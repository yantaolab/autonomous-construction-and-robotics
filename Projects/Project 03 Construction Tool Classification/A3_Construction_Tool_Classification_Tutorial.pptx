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805" r:id="rId4"/>
    <p:sldId id="2806" r:id="rId5"/>
    <p:sldId id="2804" r:id="rId6"/>
    <p:sldId id="2807" r:id="rId7"/>
    <p:sldId id="2808" r:id="rId8"/>
    <p:sldId id="2811" r:id="rId9"/>
    <p:sldId id="2810" r:id="rId10"/>
    <p:sldId id="2812" r:id="rId11"/>
    <p:sldId id="2813" r:id="rId12"/>
    <p:sldId id="2814" r:id="rId13"/>
    <p:sldId id="2815" r:id="rId14"/>
  </p:sldIdLst>
  <p:sldSz cx="12192000" cy="6858000"/>
  <p:notesSz cx="12192000" cy="6858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974"/>
    <a:srgbClr val="FFFFA3"/>
    <a:srgbClr val="FFFFFF"/>
    <a:srgbClr val="FFFF00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83CA1B6-F71C-4C94-98F9-8C887035B9C9}" v="92" dt="2025-11-02T08:35:05.645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433" autoAdjust="0"/>
    <p:restoredTop sz="90304" autoAdjust="0"/>
  </p:normalViewPr>
  <p:slideViewPr>
    <p:cSldViewPr>
      <p:cViewPr varScale="1">
        <p:scale>
          <a:sx n="102" d="100"/>
          <a:sy n="102" d="100"/>
        </p:scale>
        <p:origin x="88" y="1020"/>
      </p:cViewPr>
      <p:guideLst>
        <p:guide orient="horz" pos="2880"/>
        <p:guide pos="2160"/>
      </p:guideLst>
    </p:cSldViewPr>
  </p:slideViewPr>
  <p:outlineViewPr>
    <p:cViewPr>
      <p:scale>
        <a:sx n="33" d="100"/>
        <a:sy n="33" d="100"/>
      </p:scale>
      <p:origin x="0" y="-543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ANG Yirui" userId="35cf55f7-5de7-4f51-ae22-036b40641bfb" providerId="ADAL" clId="{96CEA970-B83E-48F4-8A28-303B3D3D513D}"/>
    <pc:docChg chg="undo redo custSel addSld delSld modSld sldOrd addSection delSection modSection">
      <pc:chgData name="WANG Yirui" userId="35cf55f7-5de7-4f51-ae22-036b40641bfb" providerId="ADAL" clId="{96CEA970-B83E-48F4-8A28-303B3D3D513D}" dt="2025-11-02T08:35:43.555" v="441" actId="17846"/>
      <pc:docMkLst>
        <pc:docMk/>
      </pc:docMkLst>
      <pc:sldChg chg="modSp add mod">
        <pc:chgData name="WANG Yirui" userId="35cf55f7-5de7-4f51-ae22-036b40641bfb" providerId="ADAL" clId="{96CEA970-B83E-48F4-8A28-303B3D3D513D}" dt="2025-11-02T07:59:13.371" v="1" actId="14100"/>
        <pc:sldMkLst>
          <pc:docMk/>
          <pc:sldMk cId="386613811" sldId="256"/>
        </pc:sldMkLst>
        <pc:spChg chg="mod">
          <ac:chgData name="WANG Yirui" userId="35cf55f7-5de7-4f51-ae22-036b40641bfb" providerId="ADAL" clId="{96CEA970-B83E-48F4-8A28-303B3D3D513D}" dt="2025-11-02T07:59:13.371" v="1" actId="14100"/>
          <ac:spMkLst>
            <pc:docMk/>
            <pc:sldMk cId="386613811" sldId="256"/>
            <ac:spMk id="8" creationId="{28A0AA75-46A8-2104-2858-9EFDFBB4243A}"/>
          </ac:spMkLst>
        </pc:spChg>
      </pc:sldChg>
      <pc:sldChg chg="add">
        <pc:chgData name="WANG Yirui" userId="35cf55f7-5de7-4f51-ae22-036b40641bfb" providerId="ADAL" clId="{96CEA970-B83E-48F4-8A28-303B3D3D513D}" dt="2025-11-02T08:35:05.635" v="439"/>
        <pc:sldMkLst>
          <pc:docMk/>
          <pc:sldMk cId="1951095700" sldId="257"/>
        </pc:sldMkLst>
      </pc:sldChg>
      <pc:sldChg chg="add">
        <pc:chgData name="WANG Yirui" userId="35cf55f7-5de7-4f51-ae22-036b40641bfb" providerId="ADAL" clId="{96CEA970-B83E-48F4-8A28-303B3D3D513D}" dt="2025-11-02T08:35:05.635" v="439"/>
        <pc:sldMkLst>
          <pc:docMk/>
          <pc:sldMk cId="3422493751" sldId="258"/>
        </pc:sldMkLst>
      </pc:sldChg>
      <pc:sldChg chg="add del">
        <pc:chgData name="WANG Yirui" userId="35cf55f7-5de7-4f51-ae22-036b40641bfb" providerId="ADAL" clId="{96CEA970-B83E-48F4-8A28-303B3D3D513D}" dt="2025-11-02T08:14:21.566" v="173" actId="47"/>
        <pc:sldMkLst>
          <pc:docMk/>
          <pc:sldMk cId="0" sldId="259"/>
        </pc:sldMkLst>
      </pc:sldChg>
      <pc:sldChg chg="add del">
        <pc:chgData name="WANG Yirui" userId="35cf55f7-5de7-4f51-ae22-036b40641bfb" providerId="ADAL" clId="{96CEA970-B83E-48F4-8A28-303B3D3D513D}" dt="2025-11-02T08:14:21.566" v="173" actId="47"/>
        <pc:sldMkLst>
          <pc:docMk/>
          <pc:sldMk cId="0" sldId="260"/>
        </pc:sldMkLst>
      </pc:sldChg>
      <pc:sldChg chg="add del">
        <pc:chgData name="WANG Yirui" userId="35cf55f7-5de7-4f51-ae22-036b40641bfb" providerId="ADAL" clId="{96CEA970-B83E-48F4-8A28-303B3D3D513D}" dt="2025-11-02T08:14:21.566" v="173" actId="47"/>
        <pc:sldMkLst>
          <pc:docMk/>
          <pc:sldMk cId="0" sldId="261"/>
        </pc:sldMkLst>
      </pc:sldChg>
      <pc:sldChg chg="add">
        <pc:chgData name="WANG Yirui" userId="35cf55f7-5de7-4f51-ae22-036b40641bfb" providerId="ADAL" clId="{96CEA970-B83E-48F4-8A28-303B3D3D513D}" dt="2025-11-02T08:35:05.635" v="439"/>
        <pc:sldMkLst>
          <pc:docMk/>
          <pc:sldMk cId="2315742971" sldId="262"/>
        </pc:sldMkLst>
      </pc:sldChg>
      <pc:sldChg chg="add">
        <pc:chgData name="WANG Yirui" userId="35cf55f7-5de7-4f51-ae22-036b40641bfb" providerId="ADAL" clId="{96CEA970-B83E-48F4-8A28-303B3D3D513D}" dt="2025-11-02T08:35:05.635" v="439"/>
        <pc:sldMkLst>
          <pc:docMk/>
          <pc:sldMk cId="2991563520" sldId="263"/>
        </pc:sldMkLst>
      </pc:sldChg>
      <pc:sldChg chg="add">
        <pc:chgData name="WANG Yirui" userId="35cf55f7-5de7-4f51-ae22-036b40641bfb" providerId="ADAL" clId="{96CEA970-B83E-48F4-8A28-303B3D3D513D}" dt="2025-11-02T08:35:05.635" v="439"/>
        <pc:sldMkLst>
          <pc:docMk/>
          <pc:sldMk cId="4122344160" sldId="264"/>
        </pc:sldMkLst>
      </pc:sldChg>
      <pc:sldChg chg="add">
        <pc:chgData name="WANG Yirui" userId="35cf55f7-5de7-4f51-ae22-036b40641bfb" providerId="ADAL" clId="{96CEA970-B83E-48F4-8A28-303B3D3D513D}" dt="2025-11-02T08:35:05.635" v="439"/>
        <pc:sldMkLst>
          <pc:docMk/>
          <pc:sldMk cId="1015472939" sldId="265"/>
        </pc:sldMkLst>
      </pc:sldChg>
      <pc:sldChg chg="add">
        <pc:chgData name="WANG Yirui" userId="35cf55f7-5de7-4f51-ae22-036b40641bfb" providerId="ADAL" clId="{96CEA970-B83E-48F4-8A28-303B3D3D513D}" dt="2025-11-02T08:35:05.635" v="439"/>
        <pc:sldMkLst>
          <pc:docMk/>
          <pc:sldMk cId="2583761552" sldId="266"/>
        </pc:sldMkLst>
      </pc:sldChg>
      <pc:sldChg chg="add del">
        <pc:chgData name="WANG Yirui" userId="35cf55f7-5de7-4f51-ae22-036b40641bfb" providerId="ADAL" clId="{96CEA970-B83E-48F4-8A28-303B3D3D513D}" dt="2025-11-02T08:14:21.566" v="173" actId="47"/>
        <pc:sldMkLst>
          <pc:docMk/>
          <pc:sldMk cId="0" sldId="267"/>
        </pc:sldMkLst>
      </pc:sldChg>
      <pc:sldChg chg="ord">
        <pc:chgData name="WANG Yirui" userId="35cf55f7-5de7-4f51-ae22-036b40641bfb" providerId="ADAL" clId="{96CEA970-B83E-48F4-8A28-303B3D3D513D}" dt="2025-11-02T08:12:42.127" v="153"/>
        <pc:sldMkLst>
          <pc:docMk/>
          <pc:sldMk cId="0" sldId="270"/>
        </pc:sldMkLst>
      </pc:sldChg>
      <pc:sldChg chg="del">
        <pc:chgData name="WANG Yirui" userId="35cf55f7-5de7-4f51-ae22-036b40641bfb" providerId="ADAL" clId="{96CEA970-B83E-48F4-8A28-303B3D3D513D}" dt="2025-11-02T08:20:53.073" v="271" actId="47"/>
        <pc:sldMkLst>
          <pc:docMk/>
          <pc:sldMk cId="0" sldId="271"/>
        </pc:sldMkLst>
      </pc:sldChg>
      <pc:sldChg chg="del">
        <pc:chgData name="WANG Yirui" userId="35cf55f7-5de7-4f51-ae22-036b40641bfb" providerId="ADAL" clId="{96CEA970-B83E-48F4-8A28-303B3D3D513D}" dt="2025-11-02T08:21:23.848" v="276" actId="47"/>
        <pc:sldMkLst>
          <pc:docMk/>
          <pc:sldMk cId="0" sldId="272"/>
        </pc:sldMkLst>
      </pc:sldChg>
      <pc:sldChg chg="del">
        <pc:chgData name="WANG Yirui" userId="35cf55f7-5de7-4f51-ae22-036b40641bfb" providerId="ADAL" clId="{96CEA970-B83E-48F4-8A28-303B3D3D513D}" dt="2025-11-02T08:22:14.430" v="288" actId="47"/>
        <pc:sldMkLst>
          <pc:docMk/>
          <pc:sldMk cId="0" sldId="273"/>
        </pc:sldMkLst>
      </pc:sldChg>
      <pc:sldChg chg="del ord">
        <pc:chgData name="WANG Yirui" userId="35cf55f7-5de7-4f51-ae22-036b40641bfb" providerId="ADAL" clId="{96CEA970-B83E-48F4-8A28-303B3D3D513D}" dt="2025-11-02T08:25:06.919" v="315" actId="2696"/>
        <pc:sldMkLst>
          <pc:docMk/>
          <pc:sldMk cId="0" sldId="283"/>
        </pc:sldMkLst>
      </pc:sldChg>
      <pc:sldChg chg="del">
        <pc:chgData name="WANG Yirui" userId="35cf55f7-5de7-4f51-ae22-036b40641bfb" providerId="ADAL" clId="{96CEA970-B83E-48F4-8A28-303B3D3D513D}" dt="2025-11-02T08:23:09.493" v="299" actId="47"/>
        <pc:sldMkLst>
          <pc:docMk/>
          <pc:sldMk cId="74902027" sldId="325"/>
        </pc:sldMkLst>
      </pc:sldChg>
      <pc:sldChg chg="add del">
        <pc:chgData name="WANG Yirui" userId="35cf55f7-5de7-4f51-ae22-036b40641bfb" providerId="ADAL" clId="{96CEA970-B83E-48F4-8A28-303B3D3D513D}" dt="2025-11-02T08:14:21.240" v="171" actId="2696"/>
        <pc:sldMkLst>
          <pc:docMk/>
          <pc:sldMk cId="3754931782" sldId="326"/>
        </pc:sldMkLst>
      </pc:sldChg>
      <pc:sldChg chg="addSp delSp modSp mod ord modClrScheme chgLayout">
        <pc:chgData name="WANG Yirui" userId="35cf55f7-5de7-4f51-ae22-036b40641bfb" providerId="ADAL" clId="{96CEA970-B83E-48F4-8A28-303B3D3D513D}" dt="2025-11-02T08:18:23.621" v="245" actId="20577"/>
        <pc:sldMkLst>
          <pc:docMk/>
          <pc:sldMk cId="1523972678" sldId="328"/>
        </pc:sldMkLst>
        <pc:spChg chg="add del mod ord">
          <ac:chgData name="WANG Yirui" userId="35cf55f7-5de7-4f51-ae22-036b40641bfb" providerId="ADAL" clId="{96CEA970-B83E-48F4-8A28-303B3D3D513D}" dt="2025-11-02T08:17:37.919" v="207" actId="478"/>
          <ac:spMkLst>
            <pc:docMk/>
            <pc:sldMk cId="1523972678" sldId="328"/>
            <ac:spMk id="2" creationId="{9AE937C7-555A-57FD-C606-B3EFBEDF49E7}"/>
          </ac:spMkLst>
        </pc:spChg>
        <pc:spChg chg="add mod ord">
          <ac:chgData name="WANG Yirui" userId="35cf55f7-5de7-4f51-ae22-036b40641bfb" providerId="ADAL" clId="{96CEA970-B83E-48F4-8A28-303B3D3D513D}" dt="2025-11-02T08:18:23.621" v="245" actId="20577"/>
          <ac:spMkLst>
            <pc:docMk/>
            <pc:sldMk cId="1523972678" sldId="328"/>
            <ac:spMk id="3" creationId="{DFFC4DDA-91E2-200E-C5B5-F66125382DFD}"/>
          </ac:spMkLst>
        </pc:spChg>
        <pc:spChg chg="mod ord">
          <ac:chgData name="WANG Yirui" userId="35cf55f7-5de7-4f51-ae22-036b40641bfb" providerId="ADAL" clId="{96CEA970-B83E-48F4-8A28-303B3D3D513D}" dt="2025-11-02T08:17:27.420" v="206" actId="700"/>
          <ac:spMkLst>
            <pc:docMk/>
            <pc:sldMk cId="1523972678" sldId="328"/>
            <ac:spMk id="4" creationId="{FC9F4D0D-F9F0-C98E-3036-08B58A6F8B73}"/>
          </ac:spMkLst>
        </pc:spChg>
        <pc:spChg chg="mod">
          <ac:chgData name="WANG Yirui" userId="35cf55f7-5de7-4f51-ae22-036b40641bfb" providerId="ADAL" clId="{96CEA970-B83E-48F4-8A28-303B3D3D513D}" dt="2025-11-02T08:18:03.638" v="214" actId="1076"/>
          <ac:spMkLst>
            <pc:docMk/>
            <pc:sldMk cId="1523972678" sldId="328"/>
            <ac:spMk id="5" creationId="{45A9D266-49B4-B839-9337-835117A08DB7}"/>
          </ac:spMkLst>
        </pc:spChg>
        <pc:spChg chg="mod">
          <ac:chgData name="WANG Yirui" userId="35cf55f7-5de7-4f51-ae22-036b40641bfb" providerId="ADAL" clId="{96CEA970-B83E-48F4-8A28-303B3D3D513D}" dt="2025-11-02T08:18:05.796" v="215" actId="14100"/>
          <ac:spMkLst>
            <pc:docMk/>
            <pc:sldMk cId="1523972678" sldId="328"/>
            <ac:spMk id="13314" creationId="{1E97D34C-B51B-FD72-9CD6-D48D1B7453B4}"/>
          </ac:spMkLst>
        </pc:spChg>
      </pc:sldChg>
      <pc:sldChg chg="del ord">
        <pc:chgData name="WANG Yirui" userId="35cf55f7-5de7-4f51-ae22-036b40641bfb" providerId="ADAL" clId="{96CEA970-B83E-48F4-8A28-303B3D3D513D}" dt="2025-11-02T08:19:43.280" v="254" actId="47"/>
        <pc:sldMkLst>
          <pc:docMk/>
          <pc:sldMk cId="2701669328" sldId="329"/>
        </pc:sldMkLst>
      </pc:sldChg>
      <pc:sldChg chg="del">
        <pc:chgData name="WANG Yirui" userId="35cf55f7-5de7-4f51-ae22-036b40641bfb" providerId="ADAL" clId="{96CEA970-B83E-48F4-8A28-303B3D3D513D}" dt="2025-11-02T08:23:44.917" v="304" actId="2696"/>
        <pc:sldMkLst>
          <pc:docMk/>
          <pc:sldMk cId="1675442163" sldId="330"/>
        </pc:sldMkLst>
      </pc:sldChg>
      <pc:sldChg chg="add del">
        <pc:chgData name="WANG Yirui" userId="35cf55f7-5de7-4f51-ae22-036b40641bfb" providerId="ADAL" clId="{96CEA970-B83E-48F4-8A28-303B3D3D513D}" dt="2025-11-02T08:14:21.566" v="173" actId="47"/>
        <pc:sldMkLst>
          <pc:docMk/>
          <pc:sldMk cId="2440883711" sldId="332"/>
        </pc:sldMkLst>
      </pc:sldChg>
      <pc:sldChg chg="add del">
        <pc:chgData name="WANG Yirui" userId="35cf55f7-5de7-4f51-ae22-036b40641bfb" providerId="ADAL" clId="{96CEA970-B83E-48F4-8A28-303B3D3D513D}" dt="2025-11-02T08:14:21.566" v="173" actId="47"/>
        <pc:sldMkLst>
          <pc:docMk/>
          <pc:sldMk cId="3078362579" sldId="333"/>
        </pc:sldMkLst>
      </pc:sldChg>
      <pc:sldChg chg="add del">
        <pc:chgData name="WANG Yirui" userId="35cf55f7-5de7-4f51-ae22-036b40641bfb" providerId="ADAL" clId="{96CEA970-B83E-48F4-8A28-303B3D3D513D}" dt="2025-11-02T08:14:21.566" v="173" actId="47"/>
        <pc:sldMkLst>
          <pc:docMk/>
          <pc:sldMk cId="3289053151" sldId="334"/>
        </pc:sldMkLst>
      </pc:sldChg>
      <pc:sldChg chg="modSp add del mod">
        <pc:chgData name="WANG Yirui" userId="35cf55f7-5de7-4f51-ae22-036b40641bfb" providerId="ADAL" clId="{96CEA970-B83E-48F4-8A28-303B3D3D513D}" dt="2025-11-02T08:14:21.385" v="172" actId="2696"/>
        <pc:sldMkLst>
          <pc:docMk/>
          <pc:sldMk cId="2852752850" sldId="335"/>
        </pc:sldMkLst>
        <pc:spChg chg="mod">
          <ac:chgData name="WANG Yirui" userId="35cf55f7-5de7-4f51-ae22-036b40641bfb" providerId="ADAL" clId="{96CEA970-B83E-48F4-8A28-303B3D3D513D}" dt="2025-11-02T08:11:27.610" v="148" actId="20577"/>
          <ac:spMkLst>
            <pc:docMk/>
            <pc:sldMk cId="2852752850" sldId="335"/>
            <ac:spMk id="17" creationId="{507E88D7-804C-C46B-E515-3AC12F339F19}"/>
          </ac:spMkLst>
        </pc:spChg>
      </pc:sldChg>
      <pc:sldChg chg="del">
        <pc:chgData name="WANG Yirui" userId="35cf55f7-5de7-4f51-ae22-036b40641bfb" providerId="ADAL" clId="{96CEA970-B83E-48F4-8A28-303B3D3D513D}" dt="2025-11-02T08:25:50.217" v="323" actId="2696"/>
        <pc:sldMkLst>
          <pc:docMk/>
          <pc:sldMk cId="3897943088" sldId="336"/>
        </pc:sldMkLst>
      </pc:sldChg>
      <pc:sldChg chg="del">
        <pc:chgData name="WANG Yirui" userId="35cf55f7-5de7-4f51-ae22-036b40641bfb" providerId="ADAL" clId="{96CEA970-B83E-48F4-8A28-303B3D3D513D}" dt="2025-11-02T08:16:53.995" v="203" actId="47"/>
        <pc:sldMkLst>
          <pc:docMk/>
          <pc:sldMk cId="618538792" sldId="337"/>
        </pc:sldMkLst>
      </pc:sldChg>
      <pc:sldChg chg="del">
        <pc:chgData name="WANG Yirui" userId="35cf55f7-5de7-4f51-ae22-036b40641bfb" providerId="ADAL" clId="{96CEA970-B83E-48F4-8A28-303B3D3D513D}" dt="2025-11-02T08:16:53.995" v="203" actId="47"/>
        <pc:sldMkLst>
          <pc:docMk/>
          <pc:sldMk cId="347059534" sldId="338"/>
        </pc:sldMkLst>
      </pc:sldChg>
      <pc:sldChg chg="del">
        <pc:chgData name="WANG Yirui" userId="35cf55f7-5de7-4f51-ae22-036b40641bfb" providerId="ADAL" clId="{96CEA970-B83E-48F4-8A28-303B3D3D513D}" dt="2025-11-02T08:16:53.995" v="203" actId="47"/>
        <pc:sldMkLst>
          <pc:docMk/>
          <pc:sldMk cId="4177997633" sldId="346"/>
        </pc:sldMkLst>
      </pc:sldChg>
      <pc:sldChg chg="del">
        <pc:chgData name="WANG Yirui" userId="35cf55f7-5de7-4f51-ae22-036b40641bfb" providerId="ADAL" clId="{96CEA970-B83E-48F4-8A28-303B3D3D513D}" dt="2025-11-02T08:16:53.995" v="203" actId="47"/>
        <pc:sldMkLst>
          <pc:docMk/>
          <pc:sldMk cId="11700023" sldId="347"/>
        </pc:sldMkLst>
      </pc:sldChg>
      <pc:sldChg chg="del">
        <pc:chgData name="WANG Yirui" userId="35cf55f7-5de7-4f51-ae22-036b40641bfb" providerId="ADAL" clId="{96CEA970-B83E-48F4-8A28-303B3D3D513D}" dt="2025-11-02T08:16:53.995" v="203" actId="47"/>
        <pc:sldMkLst>
          <pc:docMk/>
          <pc:sldMk cId="1921797695" sldId="348"/>
        </pc:sldMkLst>
      </pc:sldChg>
      <pc:sldChg chg="del">
        <pc:chgData name="WANG Yirui" userId="35cf55f7-5de7-4f51-ae22-036b40641bfb" providerId="ADAL" clId="{96CEA970-B83E-48F4-8A28-303B3D3D513D}" dt="2025-11-02T08:16:53.995" v="203" actId="47"/>
        <pc:sldMkLst>
          <pc:docMk/>
          <pc:sldMk cId="1680574301" sldId="349"/>
        </pc:sldMkLst>
      </pc:sldChg>
      <pc:sldChg chg="del">
        <pc:chgData name="WANG Yirui" userId="35cf55f7-5de7-4f51-ae22-036b40641bfb" providerId="ADAL" clId="{96CEA970-B83E-48F4-8A28-303B3D3D513D}" dt="2025-11-02T08:16:53.995" v="203" actId="47"/>
        <pc:sldMkLst>
          <pc:docMk/>
          <pc:sldMk cId="702501756" sldId="350"/>
        </pc:sldMkLst>
      </pc:sldChg>
      <pc:sldChg chg="addSp delSp modSp mod ord modClrScheme chgLayout">
        <pc:chgData name="WANG Yirui" userId="35cf55f7-5de7-4f51-ae22-036b40641bfb" providerId="ADAL" clId="{96CEA970-B83E-48F4-8A28-303B3D3D513D}" dt="2025-11-02T08:27:07.509" v="367" actId="478"/>
        <pc:sldMkLst>
          <pc:docMk/>
          <pc:sldMk cId="342786620" sldId="352"/>
        </pc:sldMkLst>
        <pc:spChg chg="del mod ord">
          <ac:chgData name="WANG Yirui" userId="35cf55f7-5de7-4f51-ae22-036b40641bfb" providerId="ADAL" clId="{96CEA970-B83E-48F4-8A28-303B3D3D513D}" dt="2025-11-02T08:26:24.510" v="328" actId="478"/>
          <ac:spMkLst>
            <pc:docMk/>
            <pc:sldMk cId="342786620" sldId="352"/>
            <ac:spMk id="2" creationId="{F4AFA214-B845-77A9-7B31-B95A345DAB17}"/>
          </ac:spMkLst>
        </pc:spChg>
        <pc:spChg chg="add del mod ord">
          <ac:chgData name="WANG Yirui" userId="35cf55f7-5de7-4f51-ae22-036b40641bfb" providerId="ADAL" clId="{96CEA970-B83E-48F4-8A28-303B3D3D513D}" dt="2025-11-02T08:26:47.649" v="333" actId="700"/>
          <ac:spMkLst>
            <pc:docMk/>
            <pc:sldMk cId="342786620" sldId="352"/>
            <ac:spMk id="3" creationId="{4E44420E-3DB4-FCA6-C277-10773438890E}"/>
          </ac:spMkLst>
        </pc:spChg>
        <pc:spChg chg="del">
          <ac:chgData name="WANG Yirui" userId="35cf55f7-5de7-4f51-ae22-036b40641bfb" providerId="ADAL" clId="{96CEA970-B83E-48F4-8A28-303B3D3D513D}" dt="2025-11-02T08:26:39.587" v="331" actId="478"/>
          <ac:spMkLst>
            <pc:docMk/>
            <pc:sldMk cId="342786620" sldId="352"/>
            <ac:spMk id="4" creationId="{3A218616-DE64-4560-F069-19C64F30C21F}"/>
          </ac:spMkLst>
        </pc:spChg>
        <pc:spChg chg="add del mod ord">
          <ac:chgData name="WANG Yirui" userId="35cf55f7-5de7-4f51-ae22-036b40641bfb" providerId="ADAL" clId="{96CEA970-B83E-48F4-8A28-303B3D3D513D}" dt="2025-11-02T08:26:34.387" v="329" actId="478"/>
          <ac:spMkLst>
            <pc:docMk/>
            <pc:sldMk cId="342786620" sldId="352"/>
            <ac:spMk id="5" creationId="{FE0B4700-9B14-8EFE-1289-E38B2835B1B3}"/>
          </ac:spMkLst>
        </pc:spChg>
        <pc:spChg chg="add mod ord">
          <ac:chgData name="WANG Yirui" userId="35cf55f7-5de7-4f51-ae22-036b40641bfb" providerId="ADAL" clId="{96CEA970-B83E-48F4-8A28-303B3D3D513D}" dt="2025-11-02T08:27:02.267" v="366" actId="20577"/>
          <ac:spMkLst>
            <pc:docMk/>
            <pc:sldMk cId="342786620" sldId="352"/>
            <ac:spMk id="6" creationId="{09CA0A45-527B-B246-B7DD-9F4308312750}"/>
          </ac:spMkLst>
        </pc:spChg>
        <pc:spChg chg="add del mod ord">
          <ac:chgData name="WANG Yirui" userId="35cf55f7-5de7-4f51-ae22-036b40641bfb" providerId="ADAL" clId="{96CEA970-B83E-48F4-8A28-303B3D3D513D}" dt="2025-11-02T08:27:07.509" v="367" actId="478"/>
          <ac:spMkLst>
            <pc:docMk/>
            <pc:sldMk cId="342786620" sldId="352"/>
            <ac:spMk id="7" creationId="{5D474EAA-817C-0C0A-7EB6-900578898313}"/>
          </ac:spMkLst>
        </pc:spChg>
      </pc:sldChg>
      <pc:sldChg chg="del">
        <pc:chgData name="WANG Yirui" userId="35cf55f7-5de7-4f51-ae22-036b40641bfb" providerId="ADAL" clId="{96CEA970-B83E-48F4-8A28-303B3D3D513D}" dt="2025-11-02T08:27:29.461" v="372" actId="47"/>
        <pc:sldMkLst>
          <pc:docMk/>
          <pc:sldMk cId="2944211160" sldId="354"/>
        </pc:sldMkLst>
      </pc:sldChg>
      <pc:sldChg chg="modSp del mod">
        <pc:chgData name="WANG Yirui" userId="35cf55f7-5de7-4f51-ae22-036b40641bfb" providerId="ADAL" clId="{96CEA970-B83E-48F4-8A28-303B3D3D513D}" dt="2025-11-02T08:28:07.297" v="381" actId="2696"/>
        <pc:sldMkLst>
          <pc:docMk/>
          <pc:sldMk cId="2600130088" sldId="358"/>
        </pc:sldMkLst>
        <pc:spChg chg="mod">
          <ac:chgData name="WANG Yirui" userId="35cf55f7-5de7-4f51-ae22-036b40641bfb" providerId="ADAL" clId="{96CEA970-B83E-48F4-8A28-303B3D3D513D}" dt="2025-11-02T08:14:23.346" v="180" actId="20577"/>
          <ac:spMkLst>
            <pc:docMk/>
            <pc:sldMk cId="2600130088" sldId="358"/>
            <ac:spMk id="3" creationId="{271C9F3C-4C6F-A81D-DE49-18BFBD03132E}"/>
          </ac:spMkLst>
        </pc:spChg>
      </pc:sldChg>
      <pc:sldChg chg="modSp del mod ord">
        <pc:chgData name="WANG Yirui" userId="35cf55f7-5de7-4f51-ae22-036b40641bfb" providerId="ADAL" clId="{96CEA970-B83E-48F4-8A28-303B3D3D513D}" dt="2025-11-02T08:28:58.996" v="393" actId="2696"/>
        <pc:sldMkLst>
          <pc:docMk/>
          <pc:sldMk cId="3263441743" sldId="364"/>
        </pc:sldMkLst>
        <pc:spChg chg="mod">
          <ac:chgData name="WANG Yirui" userId="35cf55f7-5de7-4f51-ae22-036b40641bfb" providerId="ADAL" clId="{96CEA970-B83E-48F4-8A28-303B3D3D513D}" dt="2025-11-02T08:14:44.170" v="199" actId="1076"/>
          <ac:spMkLst>
            <pc:docMk/>
            <pc:sldMk cId="3263441743" sldId="364"/>
            <ac:spMk id="11" creationId="{2B6ED42B-6198-478F-7A9E-2926409845AB}"/>
          </ac:spMkLst>
        </pc:spChg>
        <pc:spChg chg="mod">
          <ac:chgData name="WANG Yirui" userId="35cf55f7-5de7-4f51-ae22-036b40641bfb" providerId="ADAL" clId="{96CEA970-B83E-48F4-8A28-303B3D3D513D}" dt="2025-11-02T08:14:40.189" v="198" actId="20577"/>
          <ac:spMkLst>
            <pc:docMk/>
            <pc:sldMk cId="3263441743" sldId="364"/>
            <ac:spMk id="17" creationId="{A5B2EBB4-0C36-6A5B-6296-B25721772D6F}"/>
          </ac:spMkLst>
        </pc:spChg>
      </pc:sldChg>
      <pc:sldChg chg="del">
        <pc:chgData name="WANG Yirui" userId="35cf55f7-5de7-4f51-ae22-036b40641bfb" providerId="ADAL" clId="{96CEA970-B83E-48F4-8A28-303B3D3D513D}" dt="2025-11-02T07:59:20.363" v="2" actId="2696"/>
        <pc:sldMkLst>
          <pc:docMk/>
          <pc:sldMk cId="0" sldId="2729"/>
        </pc:sldMkLst>
      </pc:sldChg>
      <pc:sldChg chg="addSp delSp modSp add del mod ord delAnim modAnim">
        <pc:chgData name="WANG Yirui" userId="35cf55f7-5de7-4f51-ae22-036b40641bfb" providerId="ADAL" clId="{96CEA970-B83E-48F4-8A28-303B3D3D513D}" dt="2025-11-02T08:32:37.160" v="436" actId="2696"/>
        <pc:sldMkLst>
          <pc:docMk/>
          <pc:sldMk cId="1643141621" sldId="2770"/>
        </pc:sldMkLst>
        <pc:spChg chg="add mod">
          <ac:chgData name="WANG Yirui" userId="35cf55f7-5de7-4f51-ae22-036b40641bfb" providerId="ADAL" clId="{96CEA970-B83E-48F4-8A28-303B3D3D513D}" dt="2025-11-02T08:09:21.456" v="133" actId="1076"/>
          <ac:spMkLst>
            <pc:docMk/>
            <pc:sldMk cId="1643141621" sldId="2770"/>
            <ac:spMk id="2" creationId="{FEA37186-90DC-8F97-BC1C-9407DA70B3F9}"/>
          </ac:spMkLst>
        </pc:spChg>
        <pc:spChg chg="add mod">
          <ac:chgData name="WANG Yirui" userId="35cf55f7-5de7-4f51-ae22-036b40641bfb" providerId="ADAL" clId="{96CEA970-B83E-48F4-8A28-303B3D3D513D}" dt="2025-11-02T08:09:31.583" v="138" actId="17032"/>
          <ac:spMkLst>
            <pc:docMk/>
            <pc:sldMk cId="1643141621" sldId="2770"/>
            <ac:spMk id="3" creationId="{AA727642-C307-0DCE-0B31-41880AC407A0}"/>
          </ac:spMkLst>
        </pc:spChg>
        <pc:spChg chg="add mod">
          <ac:chgData name="WANG Yirui" userId="35cf55f7-5de7-4f51-ae22-036b40641bfb" providerId="ADAL" clId="{96CEA970-B83E-48F4-8A28-303B3D3D513D}" dt="2025-11-02T08:09:41.731" v="141" actId="20577"/>
          <ac:spMkLst>
            <pc:docMk/>
            <pc:sldMk cId="1643141621" sldId="2770"/>
            <ac:spMk id="5" creationId="{C5FF97E9-E53B-9695-BBF2-77D99D021C6A}"/>
          </ac:spMkLst>
        </pc:spChg>
        <pc:spChg chg="del">
          <ac:chgData name="WANG Yirui" userId="35cf55f7-5de7-4f51-ae22-036b40641bfb" providerId="ADAL" clId="{96CEA970-B83E-48F4-8A28-303B3D3D513D}" dt="2025-11-02T08:09:12.205" v="131" actId="478"/>
          <ac:spMkLst>
            <pc:docMk/>
            <pc:sldMk cId="1643141621" sldId="2770"/>
            <ac:spMk id="10" creationId="{C5C8C9BA-0520-17DA-422E-4FD7E58E2E2E}"/>
          </ac:spMkLst>
        </pc:spChg>
        <pc:spChg chg="del">
          <ac:chgData name="WANG Yirui" userId="35cf55f7-5de7-4f51-ae22-036b40641bfb" providerId="ADAL" clId="{96CEA970-B83E-48F4-8A28-303B3D3D513D}" dt="2025-11-02T08:09:12.205" v="131" actId="478"/>
          <ac:spMkLst>
            <pc:docMk/>
            <pc:sldMk cId="1643141621" sldId="2770"/>
            <ac:spMk id="11" creationId="{9A761EEC-0D04-1CCA-A62E-D36E53F092C3}"/>
          </ac:spMkLst>
        </pc:spChg>
        <pc:spChg chg="del">
          <ac:chgData name="WANG Yirui" userId="35cf55f7-5de7-4f51-ae22-036b40641bfb" providerId="ADAL" clId="{96CEA970-B83E-48F4-8A28-303B3D3D513D}" dt="2025-11-02T08:09:12.205" v="131" actId="478"/>
          <ac:spMkLst>
            <pc:docMk/>
            <pc:sldMk cId="1643141621" sldId="2770"/>
            <ac:spMk id="12" creationId="{9574606D-216A-83F5-138D-5B8766B7A95D}"/>
          </ac:spMkLst>
        </pc:spChg>
        <pc:spChg chg="mod topLvl">
          <ac:chgData name="WANG Yirui" userId="35cf55f7-5de7-4f51-ae22-036b40641bfb" providerId="ADAL" clId="{96CEA970-B83E-48F4-8A28-303B3D3D513D}" dt="2025-11-02T08:09:05.642" v="130" actId="165"/>
          <ac:spMkLst>
            <pc:docMk/>
            <pc:sldMk cId="1643141621" sldId="2770"/>
            <ac:spMk id="15" creationId="{95E185BD-1744-9231-6F70-8BD0E85DD6DD}"/>
          </ac:spMkLst>
        </pc:spChg>
        <pc:spChg chg="mod topLvl">
          <ac:chgData name="WANG Yirui" userId="35cf55f7-5de7-4f51-ae22-036b40641bfb" providerId="ADAL" clId="{96CEA970-B83E-48F4-8A28-303B3D3D513D}" dt="2025-11-02T08:09:24.649" v="135" actId="20577"/>
          <ac:spMkLst>
            <pc:docMk/>
            <pc:sldMk cId="1643141621" sldId="2770"/>
            <ac:spMk id="16" creationId="{F93336E5-3C7B-C084-C22B-ADCF9DB9F922}"/>
          </ac:spMkLst>
        </pc:spChg>
        <pc:spChg chg="mod topLvl">
          <ac:chgData name="WANG Yirui" userId="35cf55f7-5de7-4f51-ae22-036b40641bfb" providerId="ADAL" clId="{96CEA970-B83E-48F4-8A28-303B3D3D513D}" dt="2025-11-02T08:09:05.642" v="130" actId="165"/>
          <ac:spMkLst>
            <pc:docMk/>
            <pc:sldMk cId="1643141621" sldId="2770"/>
            <ac:spMk id="17" creationId="{B5079753-43EF-16FB-9BCA-FB6D129FF921}"/>
          </ac:spMkLst>
        </pc:spChg>
        <pc:grpChg chg="del mod">
          <ac:chgData name="WANG Yirui" userId="35cf55f7-5de7-4f51-ae22-036b40641bfb" providerId="ADAL" clId="{96CEA970-B83E-48F4-8A28-303B3D3D513D}" dt="2025-11-02T08:09:05.642" v="130" actId="165"/>
          <ac:grpSpMkLst>
            <pc:docMk/>
            <pc:sldMk cId="1643141621" sldId="2770"/>
            <ac:grpSpMk id="14" creationId="{883CD099-F7E4-B475-8AB2-74BAE1A613C3}"/>
          </ac:grpSpMkLst>
        </pc:grpChg>
        <pc:grpChg chg="del">
          <ac:chgData name="WANG Yirui" userId="35cf55f7-5de7-4f51-ae22-036b40641bfb" providerId="ADAL" clId="{96CEA970-B83E-48F4-8A28-303B3D3D513D}" dt="2025-11-02T07:59:30.448" v="3" actId="478"/>
          <ac:grpSpMkLst>
            <pc:docMk/>
            <pc:sldMk cId="1643141621" sldId="2770"/>
            <ac:grpSpMk id="19" creationId="{399C65B0-CAA8-2B25-E412-E64449E518BA}"/>
          </ac:grpSpMkLst>
        </pc:grpChg>
        <pc:picChg chg="mod">
          <ac:chgData name="WANG Yirui" userId="35cf55f7-5de7-4f51-ae22-036b40641bfb" providerId="ADAL" clId="{96CEA970-B83E-48F4-8A28-303B3D3D513D}" dt="2025-11-02T08:08:46.820" v="129" actId="1076"/>
          <ac:picMkLst>
            <pc:docMk/>
            <pc:sldMk cId="1643141621" sldId="2770"/>
            <ac:picMk id="13" creationId="{795C6B71-A24D-157B-8646-6500739505C0}"/>
          </ac:picMkLst>
        </pc:picChg>
        <pc:picChg chg="mod topLvl">
          <ac:chgData name="WANG Yirui" userId="35cf55f7-5de7-4f51-ae22-036b40641bfb" providerId="ADAL" clId="{96CEA970-B83E-48F4-8A28-303B3D3D513D}" dt="2025-11-02T08:09:05.642" v="130" actId="165"/>
          <ac:picMkLst>
            <pc:docMk/>
            <pc:sldMk cId="1643141621" sldId="2770"/>
            <ac:picMk id="18" creationId="{2E205E2F-FAD2-43CC-510E-A67F0B8A3F43}"/>
          </ac:picMkLst>
        </pc:picChg>
      </pc:sldChg>
      <pc:sldChg chg="del">
        <pc:chgData name="WANG Yirui" userId="35cf55f7-5de7-4f51-ae22-036b40641bfb" providerId="ADAL" clId="{96CEA970-B83E-48F4-8A28-303B3D3D513D}" dt="2025-11-02T08:10:01.110" v="142" actId="47"/>
        <pc:sldMkLst>
          <pc:docMk/>
          <pc:sldMk cId="205081301" sldId="2771"/>
        </pc:sldMkLst>
      </pc:sldChg>
      <pc:sldChg chg="addSp delSp modSp add mod">
        <pc:chgData name="WANG Yirui" userId="35cf55f7-5de7-4f51-ae22-036b40641bfb" providerId="ADAL" clId="{96CEA970-B83E-48F4-8A28-303B3D3D513D}" dt="2025-11-02T08:19:39.402" v="253"/>
        <pc:sldMkLst>
          <pc:docMk/>
          <pc:sldMk cId="2535214244" sldId="2771"/>
        </pc:sldMkLst>
        <pc:spChg chg="add mod">
          <ac:chgData name="WANG Yirui" userId="35cf55f7-5de7-4f51-ae22-036b40641bfb" providerId="ADAL" clId="{96CEA970-B83E-48F4-8A28-303B3D3D513D}" dt="2025-11-02T08:19:30.712" v="251" actId="14100"/>
          <ac:spMkLst>
            <pc:docMk/>
            <pc:sldMk cId="2535214244" sldId="2771"/>
            <ac:spMk id="2" creationId="{D078A104-844C-89AB-6812-04146F6D5C07}"/>
          </ac:spMkLst>
        </pc:spChg>
        <pc:spChg chg="mod">
          <ac:chgData name="WANG Yirui" userId="35cf55f7-5de7-4f51-ae22-036b40641bfb" providerId="ADAL" clId="{96CEA970-B83E-48F4-8A28-303B3D3D513D}" dt="2025-11-02T08:19:12.532" v="248" actId="20577"/>
          <ac:spMkLst>
            <pc:docMk/>
            <pc:sldMk cId="2535214244" sldId="2771"/>
            <ac:spMk id="5" creationId="{436F1831-F9B5-3C85-3044-986A9D04950A}"/>
          </ac:spMkLst>
        </pc:spChg>
        <pc:spChg chg="del">
          <ac:chgData name="WANG Yirui" userId="35cf55f7-5de7-4f51-ae22-036b40641bfb" providerId="ADAL" clId="{96CEA970-B83E-48F4-8A28-303B3D3D513D}" dt="2025-11-02T08:19:38.924" v="252" actId="478"/>
          <ac:spMkLst>
            <pc:docMk/>
            <pc:sldMk cId="2535214244" sldId="2771"/>
            <ac:spMk id="6" creationId="{89543E5F-C48F-A98C-2922-8E643337F00A}"/>
          </ac:spMkLst>
        </pc:spChg>
        <pc:spChg chg="del">
          <ac:chgData name="WANG Yirui" userId="35cf55f7-5de7-4f51-ae22-036b40641bfb" providerId="ADAL" clId="{96CEA970-B83E-48F4-8A28-303B3D3D513D}" dt="2025-11-02T08:19:25.288" v="249" actId="478"/>
          <ac:spMkLst>
            <pc:docMk/>
            <pc:sldMk cId="2535214244" sldId="2771"/>
            <ac:spMk id="7" creationId="{93ADA5AE-1FE4-5A12-349D-64468B9184C1}"/>
          </ac:spMkLst>
        </pc:spChg>
        <pc:spChg chg="add mod">
          <ac:chgData name="WANG Yirui" userId="35cf55f7-5de7-4f51-ae22-036b40641bfb" providerId="ADAL" clId="{96CEA970-B83E-48F4-8A28-303B3D3D513D}" dt="2025-11-02T08:19:30.712" v="251" actId="14100"/>
          <ac:spMkLst>
            <pc:docMk/>
            <pc:sldMk cId="2535214244" sldId="2771"/>
            <ac:spMk id="8" creationId="{CD0EE93D-FF77-DF65-07C9-6D87DD177B74}"/>
          </ac:spMkLst>
        </pc:spChg>
        <pc:spChg chg="add mod">
          <ac:chgData name="WANG Yirui" userId="35cf55f7-5de7-4f51-ae22-036b40641bfb" providerId="ADAL" clId="{96CEA970-B83E-48F4-8A28-303B3D3D513D}" dt="2025-11-02T08:19:39.402" v="253"/>
          <ac:spMkLst>
            <pc:docMk/>
            <pc:sldMk cId="2535214244" sldId="2771"/>
            <ac:spMk id="9" creationId="{A8F289C9-FC2E-CFD3-36AF-11C4A234D470}"/>
          </ac:spMkLst>
        </pc:spChg>
      </pc:sldChg>
      <pc:sldChg chg="add del">
        <pc:chgData name="WANG Yirui" userId="35cf55f7-5de7-4f51-ae22-036b40641bfb" providerId="ADAL" clId="{96CEA970-B83E-48F4-8A28-303B3D3D513D}" dt="2025-11-02T08:14:23.184" v="179" actId="47"/>
        <pc:sldMkLst>
          <pc:docMk/>
          <pc:sldMk cId="1803207519" sldId="2772"/>
        </pc:sldMkLst>
      </pc:sldChg>
      <pc:sldChg chg="add del">
        <pc:chgData name="WANG Yirui" userId="35cf55f7-5de7-4f51-ae22-036b40641bfb" providerId="ADAL" clId="{96CEA970-B83E-48F4-8A28-303B3D3D513D}" dt="2025-11-02T08:19:50.832" v="256"/>
        <pc:sldMkLst>
          <pc:docMk/>
          <pc:sldMk cId="2086818005" sldId="2772"/>
        </pc:sldMkLst>
      </pc:sldChg>
      <pc:sldChg chg="addSp delSp modSp add mod">
        <pc:chgData name="WANG Yirui" userId="35cf55f7-5de7-4f51-ae22-036b40641bfb" providerId="ADAL" clId="{96CEA970-B83E-48F4-8A28-303B3D3D513D}" dt="2025-11-02T08:20:48.459" v="270" actId="14100"/>
        <pc:sldMkLst>
          <pc:docMk/>
          <pc:sldMk cId="3149697531" sldId="2772"/>
        </pc:sldMkLst>
        <pc:spChg chg="add del">
          <ac:chgData name="WANG Yirui" userId="35cf55f7-5de7-4f51-ae22-036b40641bfb" providerId="ADAL" clId="{96CEA970-B83E-48F4-8A28-303B3D3D513D}" dt="2025-11-02T08:20:18.568" v="263" actId="478"/>
          <ac:spMkLst>
            <pc:docMk/>
            <pc:sldMk cId="3149697531" sldId="2772"/>
            <ac:spMk id="2" creationId="{9DD218B2-58A7-A66B-AD56-B982B6F0AD30}"/>
          </ac:spMkLst>
        </pc:spChg>
        <pc:spChg chg="add del mod">
          <ac:chgData name="WANG Yirui" userId="35cf55f7-5de7-4f51-ae22-036b40641bfb" providerId="ADAL" clId="{96CEA970-B83E-48F4-8A28-303B3D3D513D}" dt="2025-11-02T08:20:27.553" v="264"/>
          <ac:spMkLst>
            <pc:docMk/>
            <pc:sldMk cId="3149697531" sldId="2772"/>
            <ac:spMk id="5" creationId="{4131AFA2-9FF6-E4D5-3BB5-93570EFF9A17}"/>
          </ac:spMkLst>
        </pc:spChg>
        <pc:spChg chg="add del">
          <ac:chgData name="WANG Yirui" userId="35cf55f7-5de7-4f51-ae22-036b40641bfb" providerId="ADAL" clId="{96CEA970-B83E-48F4-8A28-303B3D3D513D}" dt="2025-11-02T08:20:18.568" v="263" actId="478"/>
          <ac:spMkLst>
            <pc:docMk/>
            <pc:sldMk cId="3149697531" sldId="2772"/>
            <ac:spMk id="8" creationId="{2A4D7075-73CC-208A-2202-D72CBD767BAA}"/>
          </ac:spMkLst>
        </pc:spChg>
        <pc:spChg chg="add del">
          <ac:chgData name="WANG Yirui" userId="35cf55f7-5de7-4f51-ae22-036b40641bfb" providerId="ADAL" clId="{96CEA970-B83E-48F4-8A28-303B3D3D513D}" dt="2025-11-02T08:20:16.456" v="261" actId="478"/>
          <ac:spMkLst>
            <pc:docMk/>
            <pc:sldMk cId="3149697531" sldId="2772"/>
            <ac:spMk id="9" creationId="{6F8768A5-9AAD-A927-C5F2-25D77816C1A6}"/>
          </ac:spMkLst>
        </pc:spChg>
        <pc:spChg chg="add del">
          <ac:chgData name="WANG Yirui" userId="35cf55f7-5de7-4f51-ae22-036b40641bfb" providerId="ADAL" clId="{96CEA970-B83E-48F4-8A28-303B3D3D513D}" dt="2025-11-02T08:20:17.290" v="262" actId="478"/>
          <ac:spMkLst>
            <pc:docMk/>
            <pc:sldMk cId="3149697531" sldId="2772"/>
            <ac:spMk id="13314" creationId="{594149F9-77FD-9CD9-7C97-32F534B4B319}"/>
          </ac:spMkLst>
        </pc:spChg>
        <pc:picChg chg="add mod">
          <ac:chgData name="WANG Yirui" userId="35cf55f7-5de7-4f51-ae22-036b40641bfb" providerId="ADAL" clId="{96CEA970-B83E-48F4-8A28-303B3D3D513D}" dt="2025-11-02T08:20:48.459" v="270" actId="14100"/>
          <ac:picMkLst>
            <pc:docMk/>
            <pc:sldMk cId="3149697531" sldId="2772"/>
            <ac:picMk id="6" creationId="{A637609D-1777-0194-27A5-0699A894531A}"/>
          </ac:picMkLst>
        </pc:picChg>
      </pc:sldChg>
      <pc:sldChg chg="addSp modSp add modAnim">
        <pc:chgData name="WANG Yirui" userId="35cf55f7-5de7-4f51-ae22-036b40641bfb" providerId="ADAL" clId="{96CEA970-B83E-48F4-8A28-303B3D3D513D}" dt="2025-11-02T08:21:21.493" v="275" actId="1076"/>
        <pc:sldMkLst>
          <pc:docMk/>
          <pc:sldMk cId="1298314367" sldId="2773"/>
        </pc:sldMkLst>
        <pc:spChg chg="mod">
          <ac:chgData name="WANG Yirui" userId="35cf55f7-5de7-4f51-ae22-036b40641bfb" providerId="ADAL" clId="{96CEA970-B83E-48F4-8A28-303B3D3D513D}" dt="2025-11-02T08:21:21.493" v="275" actId="1076"/>
          <ac:spMkLst>
            <pc:docMk/>
            <pc:sldMk cId="1298314367" sldId="2773"/>
            <ac:spMk id="7" creationId="{CA06C03F-6F98-92E4-222D-17439732CB0D}"/>
          </ac:spMkLst>
        </pc:spChg>
        <pc:spChg chg="mod">
          <ac:chgData name="WANG Yirui" userId="35cf55f7-5de7-4f51-ae22-036b40641bfb" providerId="ADAL" clId="{96CEA970-B83E-48F4-8A28-303B3D3D513D}" dt="2025-11-02T08:21:21.493" v="275" actId="1076"/>
          <ac:spMkLst>
            <pc:docMk/>
            <pc:sldMk cId="1298314367" sldId="2773"/>
            <ac:spMk id="8" creationId="{6A9DF920-1E03-40EF-746D-920D9382B6FD}"/>
          </ac:spMkLst>
        </pc:spChg>
        <pc:spChg chg="add mod">
          <ac:chgData name="WANG Yirui" userId="35cf55f7-5de7-4f51-ae22-036b40641bfb" providerId="ADAL" clId="{96CEA970-B83E-48F4-8A28-303B3D3D513D}" dt="2025-11-02T08:21:14.870" v="274"/>
          <ac:spMkLst>
            <pc:docMk/>
            <pc:sldMk cId="1298314367" sldId="2773"/>
            <ac:spMk id="9" creationId="{44BDFDF5-F767-C5D0-BC94-45BAC0F595C8}"/>
          </ac:spMkLst>
        </pc:spChg>
        <pc:spChg chg="add mod">
          <ac:chgData name="WANG Yirui" userId="35cf55f7-5de7-4f51-ae22-036b40641bfb" providerId="ADAL" clId="{96CEA970-B83E-48F4-8A28-303B3D3D513D}" dt="2025-11-02T08:21:14.870" v="274"/>
          <ac:spMkLst>
            <pc:docMk/>
            <pc:sldMk cId="1298314367" sldId="2773"/>
            <ac:spMk id="10" creationId="{CB851D0A-F838-0B0F-4452-ACA0FCF7BE0C}"/>
          </ac:spMkLst>
        </pc:spChg>
        <pc:grpChg chg="add mod">
          <ac:chgData name="WANG Yirui" userId="35cf55f7-5de7-4f51-ae22-036b40641bfb" providerId="ADAL" clId="{96CEA970-B83E-48F4-8A28-303B3D3D513D}" dt="2025-11-02T08:21:21.493" v="275" actId="1076"/>
          <ac:grpSpMkLst>
            <pc:docMk/>
            <pc:sldMk cId="1298314367" sldId="2773"/>
            <ac:grpSpMk id="2" creationId="{42F7F3FD-089A-B73D-349F-B6E9F7329AF1}"/>
          </ac:grpSpMkLst>
        </pc:grpChg>
        <pc:picChg chg="add mod">
          <ac:chgData name="WANG Yirui" userId="35cf55f7-5de7-4f51-ae22-036b40641bfb" providerId="ADAL" clId="{96CEA970-B83E-48F4-8A28-303B3D3D513D}" dt="2025-11-02T08:21:14.870" v="274"/>
          <ac:picMkLst>
            <pc:docMk/>
            <pc:sldMk cId="1298314367" sldId="2773"/>
            <ac:picMk id="11" creationId="{6D95DCB8-C718-4A86-736E-414D10388F7F}"/>
          </ac:picMkLst>
        </pc:picChg>
      </pc:sldChg>
      <pc:sldChg chg="del">
        <pc:chgData name="WANG Yirui" userId="35cf55f7-5de7-4f51-ae22-036b40641bfb" providerId="ADAL" clId="{96CEA970-B83E-48F4-8A28-303B3D3D513D}" dt="2025-11-02T08:17:11.865" v="205" actId="2696"/>
        <pc:sldMkLst>
          <pc:docMk/>
          <pc:sldMk cId="2672930146" sldId="2773"/>
        </pc:sldMkLst>
      </pc:sldChg>
      <pc:sldChg chg="add del">
        <pc:chgData name="WANG Yirui" userId="35cf55f7-5de7-4f51-ae22-036b40641bfb" providerId="ADAL" clId="{96CEA970-B83E-48F4-8A28-303B3D3D513D}" dt="2025-11-02T08:20:55.178" v="272" actId="47"/>
        <pc:sldMkLst>
          <pc:docMk/>
          <pc:sldMk cId="3383646840" sldId="2773"/>
        </pc:sldMkLst>
      </pc:sldChg>
      <pc:sldChg chg="addSp delSp modSp add mod ord delAnim modAnim">
        <pc:chgData name="WANG Yirui" userId="35cf55f7-5de7-4f51-ae22-036b40641bfb" providerId="ADAL" clId="{96CEA970-B83E-48F4-8A28-303B3D3D513D}" dt="2025-11-02T08:23:40.813" v="303" actId="1076"/>
        <pc:sldMkLst>
          <pc:docMk/>
          <pc:sldMk cId="2680292501" sldId="2774"/>
        </pc:sldMkLst>
        <pc:spChg chg="add del">
          <ac:chgData name="WANG Yirui" userId="35cf55f7-5de7-4f51-ae22-036b40641bfb" providerId="ADAL" clId="{96CEA970-B83E-48F4-8A28-303B3D3D513D}" dt="2025-11-02T08:21:41.578" v="279" actId="478"/>
          <ac:spMkLst>
            <pc:docMk/>
            <pc:sldMk cId="2680292501" sldId="2774"/>
            <ac:spMk id="4" creationId="{320FA153-2B9C-EBDD-BB69-1A63A90B9219}"/>
          </ac:spMkLst>
        </pc:spChg>
        <pc:spChg chg="add del">
          <ac:chgData name="WANG Yirui" userId="35cf55f7-5de7-4f51-ae22-036b40641bfb" providerId="ADAL" clId="{96CEA970-B83E-48F4-8A28-303B3D3D513D}" dt="2025-11-02T08:21:46.300" v="281" actId="478"/>
          <ac:spMkLst>
            <pc:docMk/>
            <pc:sldMk cId="2680292501" sldId="2774"/>
            <ac:spMk id="9" creationId="{9DDB13E4-A090-950E-DE94-D048DA1C1AFA}"/>
          </ac:spMkLst>
        </pc:spChg>
        <pc:spChg chg="del">
          <ac:chgData name="WANG Yirui" userId="35cf55f7-5de7-4f51-ae22-036b40641bfb" providerId="ADAL" clId="{96CEA970-B83E-48F4-8A28-303B3D3D513D}" dt="2025-11-02T08:21:49.130" v="282" actId="478"/>
          <ac:spMkLst>
            <pc:docMk/>
            <pc:sldMk cId="2680292501" sldId="2774"/>
            <ac:spMk id="10" creationId="{0D18A33D-E795-561E-E5CE-6647F00FC7A9}"/>
          </ac:spMkLst>
        </pc:spChg>
        <pc:spChg chg="add mod">
          <ac:chgData name="WANG Yirui" userId="35cf55f7-5de7-4f51-ae22-036b40641bfb" providerId="ADAL" clId="{96CEA970-B83E-48F4-8A28-303B3D3D513D}" dt="2025-11-02T08:23:40.813" v="303" actId="1076"/>
          <ac:spMkLst>
            <pc:docMk/>
            <pc:sldMk cId="2680292501" sldId="2774"/>
            <ac:spMk id="12" creationId="{19D8D541-464A-F263-EECA-0E730CC41D34}"/>
          </ac:spMkLst>
        </pc:spChg>
        <pc:spChg chg="add mod">
          <ac:chgData name="WANG Yirui" userId="35cf55f7-5de7-4f51-ae22-036b40641bfb" providerId="ADAL" clId="{96CEA970-B83E-48F4-8A28-303B3D3D513D}" dt="2025-11-02T08:23:40.813" v="303" actId="1076"/>
          <ac:spMkLst>
            <pc:docMk/>
            <pc:sldMk cId="2680292501" sldId="2774"/>
            <ac:spMk id="13" creationId="{E7965AA7-0BE1-49CE-0571-CCD81EC79F69}"/>
          </ac:spMkLst>
        </pc:spChg>
        <pc:spChg chg="add mod">
          <ac:chgData name="WANG Yirui" userId="35cf55f7-5de7-4f51-ae22-036b40641bfb" providerId="ADAL" clId="{96CEA970-B83E-48F4-8A28-303B3D3D513D}" dt="2025-11-02T08:23:40.813" v="303" actId="1076"/>
          <ac:spMkLst>
            <pc:docMk/>
            <pc:sldMk cId="2680292501" sldId="2774"/>
            <ac:spMk id="14" creationId="{57CFA44C-5142-4AD1-CA81-F7FF37FBEFAB}"/>
          </ac:spMkLst>
        </pc:spChg>
        <pc:spChg chg="add mod">
          <ac:chgData name="WANG Yirui" userId="35cf55f7-5de7-4f51-ae22-036b40641bfb" providerId="ADAL" clId="{96CEA970-B83E-48F4-8A28-303B3D3D513D}" dt="2025-11-02T08:23:40.813" v="303" actId="1076"/>
          <ac:spMkLst>
            <pc:docMk/>
            <pc:sldMk cId="2680292501" sldId="2774"/>
            <ac:spMk id="15" creationId="{E860D0E9-24B1-25EE-E23A-5BEF74DA5307}"/>
          </ac:spMkLst>
        </pc:spChg>
        <pc:spChg chg="add mod">
          <ac:chgData name="WANG Yirui" userId="35cf55f7-5de7-4f51-ae22-036b40641bfb" providerId="ADAL" clId="{96CEA970-B83E-48F4-8A28-303B3D3D513D}" dt="2025-11-02T08:23:40.813" v="303" actId="1076"/>
          <ac:spMkLst>
            <pc:docMk/>
            <pc:sldMk cId="2680292501" sldId="2774"/>
            <ac:spMk id="16" creationId="{DAA7C1E4-588A-93E6-0DD7-A0BC027ED2BB}"/>
          </ac:spMkLst>
        </pc:spChg>
        <pc:spChg chg="add mod">
          <ac:chgData name="WANG Yirui" userId="35cf55f7-5de7-4f51-ae22-036b40641bfb" providerId="ADAL" clId="{96CEA970-B83E-48F4-8A28-303B3D3D513D}" dt="2025-11-02T08:23:40.813" v="303" actId="1076"/>
          <ac:spMkLst>
            <pc:docMk/>
            <pc:sldMk cId="2680292501" sldId="2774"/>
            <ac:spMk id="17" creationId="{7D9610EF-BD3A-2E0E-BE20-194426EECED1}"/>
          </ac:spMkLst>
        </pc:spChg>
        <pc:spChg chg="add mod">
          <ac:chgData name="WANG Yirui" userId="35cf55f7-5de7-4f51-ae22-036b40641bfb" providerId="ADAL" clId="{96CEA970-B83E-48F4-8A28-303B3D3D513D}" dt="2025-11-02T08:23:40.813" v="303" actId="1076"/>
          <ac:spMkLst>
            <pc:docMk/>
            <pc:sldMk cId="2680292501" sldId="2774"/>
            <ac:spMk id="18" creationId="{1E646657-57CF-813E-9BB9-48EE4F710545}"/>
          </ac:spMkLst>
        </pc:spChg>
        <pc:spChg chg="add mod">
          <ac:chgData name="WANG Yirui" userId="35cf55f7-5de7-4f51-ae22-036b40641bfb" providerId="ADAL" clId="{96CEA970-B83E-48F4-8A28-303B3D3D513D}" dt="2025-11-02T08:23:40.813" v="303" actId="1076"/>
          <ac:spMkLst>
            <pc:docMk/>
            <pc:sldMk cId="2680292501" sldId="2774"/>
            <ac:spMk id="19" creationId="{C225CCF1-1512-5189-BA32-ABF2E7CD57F3}"/>
          </ac:spMkLst>
        </pc:spChg>
        <pc:spChg chg="add mod">
          <ac:chgData name="WANG Yirui" userId="35cf55f7-5de7-4f51-ae22-036b40641bfb" providerId="ADAL" clId="{96CEA970-B83E-48F4-8A28-303B3D3D513D}" dt="2025-11-02T08:23:40.813" v="303" actId="1076"/>
          <ac:spMkLst>
            <pc:docMk/>
            <pc:sldMk cId="2680292501" sldId="2774"/>
            <ac:spMk id="20" creationId="{712B4A1B-132C-C90E-ED8D-C26868ABDE38}"/>
          </ac:spMkLst>
        </pc:spChg>
        <pc:spChg chg="add mod">
          <ac:chgData name="WANG Yirui" userId="35cf55f7-5de7-4f51-ae22-036b40641bfb" providerId="ADAL" clId="{96CEA970-B83E-48F4-8A28-303B3D3D513D}" dt="2025-11-02T08:23:40.813" v="303" actId="1076"/>
          <ac:spMkLst>
            <pc:docMk/>
            <pc:sldMk cId="2680292501" sldId="2774"/>
            <ac:spMk id="21" creationId="{4D44C5C2-09F2-2912-E97A-857B7DFD1D49}"/>
          </ac:spMkLst>
        </pc:spChg>
        <pc:grpChg chg="add del">
          <ac:chgData name="WANG Yirui" userId="35cf55f7-5de7-4f51-ae22-036b40641bfb" providerId="ADAL" clId="{96CEA970-B83E-48F4-8A28-303B3D3D513D}" dt="2025-11-02T08:21:50.278" v="283" actId="478"/>
          <ac:grpSpMkLst>
            <pc:docMk/>
            <pc:sldMk cId="2680292501" sldId="2774"/>
            <ac:grpSpMk id="2" creationId="{35B62677-0E78-F96D-4D5A-01A8C47E6C7B}"/>
          </ac:grpSpMkLst>
        </pc:grpChg>
        <pc:picChg chg="add del">
          <ac:chgData name="WANG Yirui" userId="35cf55f7-5de7-4f51-ae22-036b40641bfb" providerId="ADAL" clId="{96CEA970-B83E-48F4-8A28-303B3D3D513D}" dt="2025-11-02T08:21:44.293" v="280" actId="478"/>
          <ac:picMkLst>
            <pc:docMk/>
            <pc:sldMk cId="2680292501" sldId="2774"/>
            <ac:picMk id="6" creationId="{3DB6C5D3-B0BD-3CF0-77F0-01A98FBFC292}"/>
          </ac:picMkLst>
        </pc:picChg>
        <pc:picChg chg="add del">
          <ac:chgData name="WANG Yirui" userId="35cf55f7-5de7-4f51-ae22-036b40641bfb" providerId="ADAL" clId="{96CEA970-B83E-48F4-8A28-303B3D3D513D}" dt="2025-11-02T08:21:46.300" v="281" actId="478"/>
          <ac:picMkLst>
            <pc:docMk/>
            <pc:sldMk cId="2680292501" sldId="2774"/>
            <ac:picMk id="11" creationId="{F571B08F-C5B9-388D-9CB8-55F9C4ACEE37}"/>
          </ac:picMkLst>
        </pc:picChg>
      </pc:sldChg>
      <pc:sldChg chg="addSp modSp add mod">
        <pc:chgData name="WANG Yirui" userId="35cf55f7-5de7-4f51-ae22-036b40641bfb" providerId="ADAL" clId="{96CEA970-B83E-48F4-8A28-303B3D3D513D}" dt="2025-11-02T08:22:11.114" v="287" actId="1076"/>
        <pc:sldMkLst>
          <pc:docMk/>
          <pc:sldMk cId="3430508265" sldId="2775"/>
        </pc:sldMkLst>
        <pc:spChg chg="add mod">
          <ac:chgData name="WANG Yirui" userId="35cf55f7-5de7-4f51-ae22-036b40641bfb" providerId="ADAL" clId="{96CEA970-B83E-48F4-8A28-303B3D3D513D}" dt="2025-11-02T08:22:09.090" v="286" actId="1076"/>
          <ac:spMkLst>
            <pc:docMk/>
            <pc:sldMk cId="3430508265" sldId="2775"/>
            <ac:spMk id="6" creationId="{2B213A97-5351-A4D1-D179-A34E04E75E63}"/>
          </ac:spMkLst>
        </pc:spChg>
        <pc:picChg chg="add mod">
          <ac:chgData name="WANG Yirui" userId="35cf55f7-5de7-4f51-ae22-036b40641bfb" providerId="ADAL" clId="{96CEA970-B83E-48F4-8A28-303B3D3D513D}" dt="2025-11-02T08:22:11.114" v="287" actId="1076"/>
          <ac:picMkLst>
            <pc:docMk/>
            <pc:sldMk cId="3430508265" sldId="2775"/>
            <ac:picMk id="2" creationId="{9171BFB8-5A4C-7A63-8EDA-A39A2424BC9F}"/>
          </ac:picMkLst>
        </pc:picChg>
      </pc:sldChg>
      <pc:sldChg chg="addSp modSp add mod modAnim">
        <pc:chgData name="WANG Yirui" userId="35cf55f7-5de7-4f51-ae22-036b40641bfb" providerId="ADAL" clId="{96CEA970-B83E-48F4-8A28-303B3D3D513D}" dt="2025-11-02T08:23:01.078" v="298" actId="14100"/>
        <pc:sldMkLst>
          <pc:docMk/>
          <pc:sldMk cId="3455111835" sldId="2776"/>
        </pc:sldMkLst>
        <pc:spChg chg="mod">
          <ac:chgData name="WANG Yirui" userId="35cf55f7-5de7-4f51-ae22-036b40641bfb" providerId="ADAL" clId="{96CEA970-B83E-48F4-8A28-303B3D3D513D}" dt="2025-11-02T08:23:01.078" v="298" actId="14100"/>
          <ac:spMkLst>
            <pc:docMk/>
            <pc:sldMk cId="3455111835" sldId="2776"/>
            <ac:spMk id="8" creationId="{E4748D29-7A19-FF00-6690-89D3D2BD90A7}"/>
          </ac:spMkLst>
        </pc:spChg>
        <pc:spChg chg="mod">
          <ac:chgData name="WANG Yirui" userId="35cf55f7-5de7-4f51-ae22-036b40641bfb" providerId="ADAL" clId="{96CEA970-B83E-48F4-8A28-303B3D3D513D}" dt="2025-11-02T08:23:01.078" v="298" actId="14100"/>
          <ac:spMkLst>
            <pc:docMk/>
            <pc:sldMk cId="3455111835" sldId="2776"/>
            <ac:spMk id="10" creationId="{6E6BB382-E84D-96EA-E136-0AF919B582C7}"/>
          </ac:spMkLst>
        </pc:spChg>
        <pc:grpChg chg="add mod">
          <ac:chgData name="WANG Yirui" userId="35cf55f7-5de7-4f51-ae22-036b40641bfb" providerId="ADAL" clId="{96CEA970-B83E-48F4-8A28-303B3D3D513D}" dt="2025-11-02T08:23:01.078" v="298" actId="14100"/>
          <ac:grpSpMkLst>
            <pc:docMk/>
            <pc:sldMk cId="3455111835" sldId="2776"/>
            <ac:grpSpMk id="7" creationId="{D050B40D-0F06-DACC-E7F3-EC78735E0AA6}"/>
          </ac:grpSpMkLst>
        </pc:grpChg>
        <pc:grpChg chg="mod">
          <ac:chgData name="WANG Yirui" userId="35cf55f7-5de7-4f51-ae22-036b40641bfb" providerId="ADAL" clId="{96CEA970-B83E-48F4-8A28-303B3D3D513D}" dt="2025-11-02T08:23:01.078" v="298" actId="14100"/>
          <ac:grpSpMkLst>
            <pc:docMk/>
            <pc:sldMk cId="3455111835" sldId="2776"/>
            <ac:grpSpMk id="9" creationId="{D83CF8A7-E236-1657-E991-CD8E08D516A9}"/>
          </ac:grpSpMkLst>
        </pc:grpChg>
        <pc:picChg chg="mod">
          <ac:chgData name="WANG Yirui" userId="35cf55f7-5de7-4f51-ae22-036b40641bfb" providerId="ADAL" clId="{96CEA970-B83E-48F4-8A28-303B3D3D513D}" dt="2025-11-02T08:23:01.078" v="298" actId="14100"/>
          <ac:picMkLst>
            <pc:docMk/>
            <pc:sldMk cId="3455111835" sldId="2776"/>
            <ac:picMk id="11" creationId="{7673F2A2-8B99-4FB2-A1C7-21C247BBFBC3}"/>
          </ac:picMkLst>
        </pc:picChg>
        <pc:picChg chg="mod">
          <ac:chgData name="WANG Yirui" userId="35cf55f7-5de7-4f51-ae22-036b40641bfb" providerId="ADAL" clId="{96CEA970-B83E-48F4-8A28-303B3D3D513D}" dt="2025-11-02T08:23:01.078" v="298" actId="14100"/>
          <ac:picMkLst>
            <pc:docMk/>
            <pc:sldMk cId="3455111835" sldId="2776"/>
            <ac:picMk id="12" creationId="{1469EF62-752F-1B4F-8521-29BC0EF094FA}"/>
          </ac:picMkLst>
        </pc:picChg>
      </pc:sldChg>
      <pc:sldChg chg="add del">
        <pc:chgData name="WANG Yirui" userId="35cf55f7-5de7-4f51-ae22-036b40641bfb" providerId="ADAL" clId="{96CEA970-B83E-48F4-8A28-303B3D3D513D}" dt="2025-11-02T08:22:27.050" v="292" actId="47"/>
        <pc:sldMkLst>
          <pc:docMk/>
          <pc:sldMk cId="4264555007" sldId="2776"/>
        </pc:sldMkLst>
      </pc:sldChg>
      <pc:sldChg chg="add del">
        <pc:chgData name="WANG Yirui" userId="35cf55f7-5de7-4f51-ae22-036b40641bfb" providerId="ADAL" clId="{96CEA970-B83E-48F4-8A28-303B3D3D513D}" dt="2025-11-02T08:23:35.838" v="301" actId="2696"/>
        <pc:sldMkLst>
          <pc:docMk/>
          <pc:sldMk cId="853182166" sldId="2777"/>
        </pc:sldMkLst>
      </pc:sldChg>
      <pc:sldChg chg="addSp delSp modSp add mod modAnim">
        <pc:chgData name="WANG Yirui" userId="35cf55f7-5de7-4f51-ae22-036b40641bfb" providerId="ADAL" clId="{96CEA970-B83E-48F4-8A28-303B3D3D513D}" dt="2025-11-02T08:25:00.147" v="314" actId="1076"/>
        <pc:sldMkLst>
          <pc:docMk/>
          <pc:sldMk cId="1433346153" sldId="2777"/>
        </pc:sldMkLst>
        <pc:spChg chg="add mod">
          <ac:chgData name="WANG Yirui" userId="35cf55f7-5de7-4f51-ae22-036b40641bfb" providerId="ADAL" clId="{96CEA970-B83E-48F4-8A28-303B3D3D513D}" dt="2025-11-02T08:25:00.147" v="314" actId="1076"/>
          <ac:spMkLst>
            <pc:docMk/>
            <pc:sldMk cId="1433346153" sldId="2777"/>
            <ac:spMk id="6" creationId="{4F9EF78E-7C2D-B717-79EA-F8B7337A1FF7}"/>
          </ac:spMkLst>
        </pc:spChg>
        <pc:spChg chg="add mod">
          <ac:chgData name="WANG Yirui" userId="35cf55f7-5de7-4f51-ae22-036b40641bfb" providerId="ADAL" clId="{96CEA970-B83E-48F4-8A28-303B3D3D513D}" dt="2025-11-02T08:25:00.147" v="314" actId="1076"/>
          <ac:spMkLst>
            <pc:docMk/>
            <pc:sldMk cId="1433346153" sldId="2777"/>
            <ac:spMk id="7" creationId="{9591ED7C-F38E-2A59-3443-467CB670163E}"/>
          </ac:spMkLst>
        </pc:spChg>
        <pc:spChg chg="mod">
          <ac:chgData name="WANG Yirui" userId="35cf55f7-5de7-4f51-ae22-036b40641bfb" providerId="ADAL" clId="{96CEA970-B83E-48F4-8A28-303B3D3D513D}" dt="2025-11-02T08:25:00.147" v="314" actId="1076"/>
          <ac:spMkLst>
            <pc:docMk/>
            <pc:sldMk cId="1433346153" sldId="2777"/>
            <ac:spMk id="8" creationId="{6470B435-AA28-F2EF-65CE-ACBFF9328C1C}"/>
          </ac:spMkLst>
        </pc:spChg>
        <pc:spChg chg="mod">
          <ac:chgData name="WANG Yirui" userId="35cf55f7-5de7-4f51-ae22-036b40641bfb" providerId="ADAL" clId="{96CEA970-B83E-48F4-8A28-303B3D3D513D}" dt="2025-11-02T08:24:48.127" v="312" actId="14100"/>
          <ac:spMkLst>
            <pc:docMk/>
            <pc:sldMk cId="1433346153" sldId="2777"/>
            <ac:spMk id="10" creationId="{D661CF25-4EC0-B4DA-CE65-B4B98CC84AC8}"/>
          </ac:spMkLst>
        </pc:spChg>
        <pc:spChg chg="mod">
          <ac:chgData name="WANG Yirui" userId="35cf55f7-5de7-4f51-ae22-036b40641bfb" providerId="ADAL" clId="{96CEA970-B83E-48F4-8A28-303B3D3D513D}" dt="2025-11-02T08:24:46.931" v="311" actId="14100"/>
          <ac:spMkLst>
            <pc:docMk/>
            <pc:sldMk cId="1433346153" sldId="2777"/>
            <ac:spMk id="11" creationId="{7483D0A0-F58E-A4EA-E1EE-FBF8AC4EE307}"/>
          </ac:spMkLst>
        </pc:spChg>
        <pc:spChg chg="del">
          <ac:chgData name="WANG Yirui" userId="35cf55f7-5de7-4f51-ae22-036b40641bfb" providerId="ADAL" clId="{96CEA970-B83E-48F4-8A28-303B3D3D513D}" dt="2025-11-02T08:24:11.512" v="306" actId="478"/>
          <ac:spMkLst>
            <pc:docMk/>
            <pc:sldMk cId="1433346153" sldId="2777"/>
            <ac:spMk id="12" creationId="{B1B0A98A-813B-6797-A7A7-4930EB3108FD}"/>
          </ac:spMkLst>
        </pc:spChg>
        <pc:spChg chg="del">
          <ac:chgData name="WANG Yirui" userId="35cf55f7-5de7-4f51-ae22-036b40641bfb" providerId="ADAL" clId="{96CEA970-B83E-48F4-8A28-303B3D3D513D}" dt="2025-11-02T08:24:11.512" v="306" actId="478"/>
          <ac:spMkLst>
            <pc:docMk/>
            <pc:sldMk cId="1433346153" sldId="2777"/>
            <ac:spMk id="13" creationId="{41112C32-E6D2-72C5-B584-52A478FF3E20}"/>
          </ac:spMkLst>
        </pc:spChg>
        <pc:spChg chg="del">
          <ac:chgData name="WANG Yirui" userId="35cf55f7-5de7-4f51-ae22-036b40641bfb" providerId="ADAL" clId="{96CEA970-B83E-48F4-8A28-303B3D3D513D}" dt="2025-11-02T08:24:11.512" v="306" actId="478"/>
          <ac:spMkLst>
            <pc:docMk/>
            <pc:sldMk cId="1433346153" sldId="2777"/>
            <ac:spMk id="14" creationId="{7173DD01-18C4-0657-5630-8930D34DFCED}"/>
          </ac:spMkLst>
        </pc:spChg>
        <pc:spChg chg="del">
          <ac:chgData name="WANG Yirui" userId="35cf55f7-5de7-4f51-ae22-036b40641bfb" providerId="ADAL" clId="{96CEA970-B83E-48F4-8A28-303B3D3D513D}" dt="2025-11-02T08:24:11.512" v="306" actId="478"/>
          <ac:spMkLst>
            <pc:docMk/>
            <pc:sldMk cId="1433346153" sldId="2777"/>
            <ac:spMk id="15" creationId="{66F11C58-7D6E-4163-4D0C-C5A0F6973836}"/>
          </ac:spMkLst>
        </pc:spChg>
        <pc:spChg chg="del">
          <ac:chgData name="WANG Yirui" userId="35cf55f7-5de7-4f51-ae22-036b40641bfb" providerId="ADAL" clId="{96CEA970-B83E-48F4-8A28-303B3D3D513D}" dt="2025-11-02T08:24:11.512" v="306" actId="478"/>
          <ac:spMkLst>
            <pc:docMk/>
            <pc:sldMk cId="1433346153" sldId="2777"/>
            <ac:spMk id="16" creationId="{D7917E91-7EE7-756B-805C-C99AD578915B}"/>
          </ac:spMkLst>
        </pc:spChg>
        <pc:spChg chg="del">
          <ac:chgData name="WANG Yirui" userId="35cf55f7-5de7-4f51-ae22-036b40641bfb" providerId="ADAL" clId="{96CEA970-B83E-48F4-8A28-303B3D3D513D}" dt="2025-11-02T08:24:11.512" v="306" actId="478"/>
          <ac:spMkLst>
            <pc:docMk/>
            <pc:sldMk cId="1433346153" sldId="2777"/>
            <ac:spMk id="17" creationId="{BE8A1A3C-22F3-10C2-2C3E-BCE2778D6387}"/>
          </ac:spMkLst>
        </pc:spChg>
        <pc:spChg chg="del">
          <ac:chgData name="WANG Yirui" userId="35cf55f7-5de7-4f51-ae22-036b40641bfb" providerId="ADAL" clId="{96CEA970-B83E-48F4-8A28-303B3D3D513D}" dt="2025-11-02T08:24:11.512" v="306" actId="478"/>
          <ac:spMkLst>
            <pc:docMk/>
            <pc:sldMk cId="1433346153" sldId="2777"/>
            <ac:spMk id="18" creationId="{85C38D0D-B89F-777E-A8D7-ECF71FF64FC3}"/>
          </ac:spMkLst>
        </pc:spChg>
        <pc:spChg chg="del">
          <ac:chgData name="WANG Yirui" userId="35cf55f7-5de7-4f51-ae22-036b40641bfb" providerId="ADAL" clId="{96CEA970-B83E-48F4-8A28-303B3D3D513D}" dt="2025-11-02T08:24:11.512" v="306" actId="478"/>
          <ac:spMkLst>
            <pc:docMk/>
            <pc:sldMk cId="1433346153" sldId="2777"/>
            <ac:spMk id="19" creationId="{0A0484DB-C93A-9652-065F-3DE09AE965CB}"/>
          </ac:spMkLst>
        </pc:spChg>
        <pc:spChg chg="del">
          <ac:chgData name="WANG Yirui" userId="35cf55f7-5de7-4f51-ae22-036b40641bfb" providerId="ADAL" clId="{96CEA970-B83E-48F4-8A28-303B3D3D513D}" dt="2025-11-02T08:24:11.512" v="306" actId="478"/>
          <ac:spMkLst>
            <pc:docMk/>
            <pc:sldMk cId="1433346153" sldId="2777"/>
            <ac:spMk id="20" creationId="{BA53D1E7-2FFB-CAF6-E219-B6D574714F47}"/>
          </ac:spMkLst>
        </pc:spChg>
        <pc:spChg chg="del">
          <ac:chgData name="WANG Yirui" userId="35cf55f7-5de7-4f51-ae22-036b40641bfb" providerId="ADAL" clId="{96CEA970-B83E-48F4-8A28-303B3D3D513D}" dt="2025-11-02T08:24:11.512" v="306" actId="478"/>
          <ac:spMkLst>
            <pc:docMk/>
            <pc:sldMk cId="1433346153" sldId="2777"/>
            <ac:spMk id="21" creationId="{3693877A-16DA-6DCF-BEA1-37FE8B09883C}"/>
          </ac:spMkLst>
        </pc:spChg>
        <pc:spChg chg="mod">
          <ac:chgData name="WANG Yirui" userId="35cf55f7-5de7-4f51-ae22-036b40641bfb" providerId="ADAL" clId="{96CEA970-B83E-48F4-8A28-303B3D3D513D}" dt="2025-11-02T08:24:48.127" v="312" actId="14100"/>
          <ac:spMkLst>
            <pc:docMk/>
            <pc:sldMk cId="1433346153" sldId="2777"/>
            <ac:spMk id="22" creationId="{D36EDF75-2428-822F-98E8-001E7078261F}"/>
          </ac:spMkLst>
        </pc:spChg>
        <pc:spChg chg="mod">
          <ac:chgData name="WANG Yirui" userId="35cf55f7-5de7-4f51-ae22-036b40641bfb" providerId="ADAL" clId="{96CEA970-B83E-48F4-8A28-303B3D3D513D}" dt="2025-11-02T08:24:26.940" v="308" actId="1076"/>
          <ac:spMkLst>
            <pc:docMk/>
            <pc:sldMk cId="1433346153" sldId="2777"/>
            <ac:spMk id="23" creationId="{F89624FF-1C73-F067-FC48-266D12A8DA56}"/>
          </ac:spMkLst>
        </pc:spChg>
        <pc:spChg chg="mod">
          <ac:chgData name="WANG Yirui" userId="35cf55f7-5de7-4f51-ae22-036b40641bfb" providerId="ADAL" clId="{96CEA970-B83E-48F4-8A28-303B3D3D513D}" dt="2025-11-02T08:24:48.127" v="312" actId="14100"/>
          <ac:spMkLst>
            <pc:docMk/>
            <pc:sldMk cId="1433346153" sldId="2777"/>
            <ac:spMk id="24" creationId="{844D0E41-6B32-9E94-B11E-66B13532044A}"/>
          </ac:spMkLst>
        </pc:spChg>
        <pc:spChg chg="mod">
          <ac:chgData name="WANG Yirui" userId="35cf55f7-5de7-4f51-ae22-036b40641bfb" providerId="ADAL" clId="{96CEA970-B83E-48F4-8A28-303B3D3D513D}" dt="2025-11-02T08:24:46.931" v="311" actId="14100"/>
          <ac:spMkLst>
            <pc:docMk/>
            <pc:sldMk cId="1433346153" sldId="2777"/>
            <ac:spMk id="25" creationId="{21A0A0A6-8CAF-6B48-984A-F06DC8A814D4}"/>
          </ac:spMkLst>
        </pc:spChg>
        <pc:spChg chg="add mod">
          <ac:chgData name="WANG Yirui" userId="35cf55f7-5de7-4f51-ae22-036b40641bfb" providerId="ADAL" clId="{96CEA970-B83E-48F4-8A28-303B3D3D513D}" dt="2025-11-02T08:25:00.147" v="314" actId="1076"/>
          <ac:spMkLst>
            <pc:docMk/>
            <pc:sldMk cId="1433346153" sldId="2777"/>
            <ac:spMk id="26" creationId="{92B9130E-3907-45CB-9624-D6F4141D845D}"/>
          </ac:spMkLst>
        </pc:spChg>
        <pc:spChg chg="mod">
          <ac:chgData name="WANG Yirui" userId="35cf55f7-5de7-4f51-ae22-036b40641bfb" providerId="ADAL" clId="{96CEA970-B83E-48F4-8A28-303B3D3D513D}" dt="2025-11-02T08:25:00.147" v="314" actId="1076"/>
          <ac:spMkLst>
            <pc:docMk/>
            <pc:sldMk cId="1433346153" sldId="2777"/>
            <ac:spMk id="27" creationId="{707ECC96-59EC-7CB5-A3C0-94217D524B00}"/>
          </ac:spMkLst>
        </pc:spChg>
        <pc:spChg chg="mod">
          <ac:chgData name="WANG Yirui" userId="35cf55f7-5de7-4f51-ae22-036b40641bfb" providerId="ADAL" clId="{96CEA970-B83E-48F4-8A28-303B3D3D513D}" dt="2025-11-02T08:25:00.147" v="314" actId="1076"/>
          <ac:spMkLst>
            <pc:docMk/>
            <pc:sldMk cId="1433346153" sldId="2777"/>
            <ac:spMk id="28" creationId="{43312371-9E5A-3C5A-CF7B-2FC0E018EE21}"/>
          </ac:spMkLst>
        </pc:spChg>
        <pc:spChg chg="mod">
          <ac:chgData name="WANG Yirui" userId="35cf55f7-5de7-4f51-ae22-036b40641bfb" providerId="ADAL" clId="{96CEA970-B83E-48F4-8A28-303B3D3D513D}" dt="2025-11-02T08:24:46.931" v="311" actId="14100"/>
          <ac:spMkLst>
            <pc:docMk/>
            <pc:sldMk cId="1433346153" sldId="2777"/>
            <ac:spMk id="31" creationId="{9ADC1DD3-FD67-3D63-C470-F8A95C4E3A6F}"/>
          </ac:spMkLst>
        </pc:spChg>
        <pc:spChg chg="mod">
          <ac:chgData name="WANG Yirui" userId="35cf55f7-5de7-4f51-ae22-036b40641bfb" providerId="ADAL" clId="{96CEA970-B83E-48F4-8A28-303B3D3D513D}" dt="2025-11-02T08:24:48.127" v="312" actId="14100"/>
          <ac:spMkLst>
            <pc:docMk/>
            <pc:sldMk cId="1433346153" sldId="2777"/>
            <ac:spMk id="32" creationId="{66C6A719-CE40-23EF-0174-48FE20C943DE}"/>
          </ac:spMkLst>
        </pc:spChg>
        <pc:spChg chg="mod">
          <ac:chgData name="WANG Yirui" userId="35cf55f7-5de7-4f51-ae22-036b40641bfb" providerId="ADAL" clId="{96CEA970-B83E-48F4-8A28-303B3D3D513D}" dt="2025-11-02T08:24:48.127" v="312" actId="14100"/>
          <ac:spMkLst>
            <pc:docMk/>
            <pc:sldMk cId="1433346153" sldId="2777"/>
            <ac:spMk id="34" creationId="{4BD7A1B2-D4E8-4ABF-CB7E-A11D7103267E}"/>
          </ac:spMkLst>
        </pc:spChg>
        <pc:spChg chg="mod">
          <ac:chgData name="WANG Yirui" userId="35cf55f7-5de7-4f51-ae22-036b40641bfb" providerId="ADAL" clId="{96CEA970-B83E-48F4-8A28-303B3D3D513D}" dt="2025-11-02T08:24:48.127" v="312" actId="14100"/>
          <ac:spMkLst>
            <pc:docMk/>
            <pc:sldMk cId="1433346153" sldId="2777"/>
            <ac:spMk id="35" creationId="{21FD5516-70DA-8FA7-8871-57E9243C197B}"/>
          </ac:spMkLst>
        </pc:spChg>
        <pc:spChg chg="mod">
          <ac:chgData name="WANG Yirui" userId="35cf55f7-5de7-4f51-ae22-036b40641bfb" providerId="ADAL" clId="{96CEA970-B83E-48F4-8A28-303B3D3D513D}" dt="2025-11-02T08:24:26.940" v="308" actId="1076"/>
          <ac:spMkLst>
            <pc:docMk/>
            <pc:sldMk cId="1433346153" sldId="2777"/>
            <ac:spMk id="38" creationId="{C0341D2D-0147-537E-160A-BE374D0B0DA7}"/>
          </ac:spMkLst>
        </pc:spChg>
        <pc:spChg chg="mod">
          <ac:chgData name="WANG Yirui" userId="35cf55f7-5de7-4f51-ae22-036b40641bfb" providerId="ADAL" clId="{96CEA970-B83E-48F4-8A28-303B3D3D513D}" dt="2025-11-02T08:24:26.940" v="308" actId="1076"/>
          <ac:spMkLst>
            <pc:docMk/>
            <pc:sldMk cId="1433346153" sldId="2777"/>
            <ac:spMk id="49" creationId="{88E1A02E-90CD-FD52-0DF9-4ADFC2468301}"/>
          </ac:spMkLst>
        </pc:spChg>
        <pc:spChg chg="mod">
          <ac:chgData name="WANG Yirui" userId="35cf55f7-5de7-4f51-ae22-036b40641bfb" providerId="ADAL" clId="{96CEA970-B83E-48F4-8A28-303B3D3D513D}" dt="2025-11-02T08:24:26.940" v="308" actId="1076"/>
          <ac:spMkLst>
            <pc:docMk/>
            <pc:sldMk cId="1433346153" sldId="2777"/>
            <ac:spMk id="50" creationId="{061B84C7-35A7-8D63-1C97-5890D6A276D8}"/>
          </ac:spMkLst>
        </pc:spChg>
        <pc:grpChg chg="mod">
          <ac:chgData name="WANG Yirui" userId="35cf55f7-5de7-4f51-ae22-036b40641bfb" providerId="ADAL" clId="{96CEA970-B83E-48F4-8A28-303B3D3D513D}" dt="2025-11-02T08:24:54.111" v="313" actId="14100"/>
          <ac:grpSpMkLst>
            <pc:docMk/>
            <pc:sldMk cId="1433346153" sldId="2777"/>
            <ac:grpSpMk id="29" creationId="{62A0FF03-A83E-B7E2-DC81-B489A28AD0F0}"/>
          </ac:grpSpMkLst>
        </pc:grpChg>
      </pc:sldChg>
      <pc:sldChg chg="addSp modSp add mod modAnim">
        <pc:chgData name="WANG Yirui" userId="35cf55f7-5de7-4f51-ae22-036b40641bfb" providerId="ADAL" clId="{96CEA970-B83E-48F4-8A28-303B3D3D513D}" dt="2025-11-02T08:25:45.326" v="322" actId="14100"/>
        <pc:sldMkLst>
          <pc:docMk/>
          <pc:sldMk cId="903380091" sldId="2778"/>
        </pc:sldMkLst>
        <pc:spChg chg="mod">
          <ac:chgData name="WANG Yirui" userId="35cf55f7-5de7-4f51-ae22-036b40641bfb" providerId="ADAL" clId="{96CEA970-B83E-48F4-8A28-303B3D3D513D}" dt="2025-11-02T08:25:45.326" v="322" actId="14100"/>
          <ac:spMkLst>
            <pc:docMk/>
            <pc:sldMk cId="903380091" sldId="2778"/>
            <ac:spMk id="13" creationId="{776FCAD2-EE09-0F80-E6A9-AEB60A2354EA}"/>
          </ac:spMkLst>
        </pc:spChg>
        <pc:spChg chg="mod">
          <ac:chgData name="WANG Yirui" userId="35cf55f7-5de7-4f51-ae22-036b40641bfb" providerId="ADAL" clId="{96CEA970-B83E-48F4-8A28-303B3D3D513D}" dt="2025-11-02T08:25:17.496" v="317"/>
          <ac:spMkLst>
            <pc:docMk/>
            <pc:sldMk cId="903380091" sldId="2778"/>
            <ac:spMk id="14" creationId="{3384A5B5-CCD8-E816-5854-580E42E92E96}"/>
          </ac:spMkLst>
        </pc:spChg>
        <pc:spChg chg="mod">
          <ac:chgData name="WANG Yirui" userId="35cf55f7-5de7-4f51-ae22-036b40641bfb" providerId="ADAL" clId="{96CEA970-B83E-48F4-8A28-303B3D3D513D}" dt="2025-11-02T08:25:17.496" v="317"/>
          <ac:spMkLst>
            <pc:docMk/>
            <pc:sldMk cId="903380091" sldId="2778"/>
            <ac:spMk id="16" creationId="{6100CA85-A770-1015-4A2E-5C2A40294A81}"/>
          </ac:spMkLst>
        </pc:spChg>
        <pc:spChg chg="mod">
          <ac:chgData name="WANG Yirui" userId="35cf55f7-5de7-4f51-ae22-036b40641bfb" providerId="ADAL" clId="{96CEA970-B83E-48F4-8A28-303B3D3D513D}" dt="2025-11-02T08:25:17.496" v="317"/>
          <ac:spMkLst>
            <pc:docMk/>
            <pc:sldMk cId="903380091" sldId="2778"/>
            <ac:spMk id="17" creationId="{B82E7157-20B7-20D8-0378-56A0C60AA8C3}"/>
          </ac:spMkLst>
        </pc:spChg>
        <pc:grpChg chg="add mod">
          <ac:chgData name="WANG Yirui" userId="35cf55f7-5de7-4f51-ae22-036b40641bfb" providerId="ADAL" clId="{96CEA970-B83E-48F4-8A28-303B3D3D513D}" dt="2025-11-02T08:25:35.242" v="320" actId="1076"/>
          <ac:grpSpMkLst>
            <pc:docMk/>
            <pc:sldMk cId="903380091" sldId="2778"/>
            <ac:grpSpMk id="12" creationId="{74D4B6E1-E77C-F25E-3D55-7D89D21956F1}"/>
          </ac:grpSpMkLst>
        </pc:grpChg>
        <pc:grpChg chg="add mod">
          <ac:chgData name="WANG Yirui" userId="35cf55f7-5de7-4f51-ae22-036b40641bfb" providerId="ADAL" clId="{96CEA970-B83E-48F4-8A28-303B3D3D513D}" dt="2025-11-02T08:25:41.278" v="321" actId="14100"/>
          <ac:grpSpMkLst>
            <pc:docMk/>
            <pc:sldMk cId="903380091" sldId="2778"/>
            <ac:grpSpMk id="15" creationId="{3C45AD05-B055-5D13-D915-C8806360AD26}"/>
          </ac:grpSpMkLst>
        </pc:grpChg>
      </pc:sldChg>
      <pc:sldChg chg="add del">
        <pc:chgData name="WANG Yirui" userId="35cf55f7-5de7-4f51-ae22-036b40641bfb" providerId="ADAL" clId="{96CEA970-B83E-48F4-8A28-303B3D3D513D}" dt="2025-11-02T08:26:09.827" v="325" actId="47"/>
        <pc:sldMkLst>
          <pc:docMk/>
          <pc:sldMk cId="3279198636" sldId="2779"/>
        </pc:sldMkLst>
      </pc:sldChg>
      <pc:sldChg chg="addSp delSp modSp add mod delAnim">
        <pc:chgData name="WANG Yirui" userId="35cf55f7-5de7-4f51-ae22-036b40641bfb" providerId="ADAL" clId="{96CEA970-B83E-48F4-8A28-303B3D3D513D}" dt="2025-11-02T08:27:27.306" v="371" actId="1076"/>
        <pc:sldMkLst>
          <pc:docMk/>
          <pc:sldMk cId="3902003183" sldId="2779"/>
        </pc:sldMkLst>
        <pc:spChg chg="add mod">
          <ac:chgData name="WANG Yirui" userId="35cf55f7-5de7-4f51-ae22-036b40641bfb" providerId="ADAL" clId="{96CEA970-B83E-48F4-8A28-303B3D3D513D}" dt="2025-11-02T08:27:27.306" v="371" actId="1076"/>
          <ac:spMkLst>
            <pc:docMk/>
            <pc:sldMk cId="3902003183" sldId="2779"/>
            <ac:spMk id="4" creationId="{65E87E91-8B09-85B2-136C-07E0AD12DDCD}"/>
          </ac:spMkLst>
        </pc:spChg>
        <pc:spChg chg="del">
          <ac:chgData name="WANG Yirui" userId="35cf55f7-5de7-4f51-ae22-036b40641bfb" providerId="ADAL" clId="{96CEA970-B83E-48F4-8A28-303B3D3D513D}" dt="2025-11-02T08:27:24.412" v="369" actId="478"/>
          <ac:spMkLst>
            <pc:docMk/>
            <pc:sldMk cId="3902003183" sldId="2779"/>
            <ac:spMk id="8" creationId="{079AE123-59DC-8079-95FC-73F2CEDCA2BD}"/>
          </ac:spMkLst>
        </pc:spChg>
        <pc:picChg chg="add mod">
          <ac:chgData name="WANG Yirui" userId="35cf55f7-5de7-4f51-ae22-036b40641bfb" providerId="ADAL" clId="{96CEA970-B83E-48F4-8A28-303B3D3D513D}" dt="2025-11-02T08:27:27.306" v="371" actId="1076"/>
          <ac:picMkLst>
            <pc:docMk/>
            <pc:sldMk cId="3902003183" sldId="2779"/>
            <ac:picMk id="2" creationId="{298A77BB-8CEF-AABB-6435-59D6F4E0491C}"/>
          </ac:picMkLst>
        </pc:picChg>
        <pc:picChg chg="add mod">
          <ac:chgData name="WANG Yirui" userId="35cf55f7-5de7-4f51-ae22-036b40641bfb" providerId="ADAL" clId="{96CEA970-B83E-48F4-8A28-303B3D3D513D}" dt="2025-11-02T08:27:27.306" v="371" actId="1076"/>
          <ac:picMkLst>
            <pc:docMk/>
            <pc:sldMk cId="3902003183" sldId="2779"/>
            <ac:picMk id="3" creationId="{A4883FAB-9900-DDF9-78D8-6123AA1DD0F1}"/>
          </ac:picMkLst>
        </pc:picChg>
        <pc:picChg chg="add mod">
          <ac:chgData name="WANG Yirui" userId="35cf55f7-5de7-4f51-ae22-036b40641bfb" providerId="ADAL" clId="{96CEA970-B83E-48F4-8A28-303B3D3D513D}" dt="2025-11-02T08:27:27.306" v="371" actId="1076"/>
          <ac:picMkLst>
            <pc:docMk/>
            <pc:sldMk cId="3902003183" sldId="2779"/>
            <ac:picMk id="5" creationId="{7FDB5168-C628-0B95-C1A4-DFBD42D55D22}"/>
          </ac:picMkLst>
        </pc:picChg>
        <pc:picChg chg="add mod">
          <ac:chgData name="WANG Yirui" userId="35cf55f7-5de7-4f51-ae22-036b40641bfb" providerId="ADAL" clId="{96CEA970-B83E-48F4-8A28-303B3D3D513D}" dt="2025-11-02T08:27:27.306" v="371" actId="1076"/>
          <ac:picMkLst>
            <pc:docMk/>
            <pc:sldMk cId="3902003183" sldId="2779"/>
            <ac:picMk id="7" creationId="{3BBA712D-9B28-9219-7A45-7FEE458CDB2F}"/>
          </ac:picMkLst>
        </pc:picChg>
        <pc:picChg chg="del">
          <ac:chgData name="WANG Yirui" userId="35cf55f7-5de7-4f51-ae22-036b40641bfb" providerId="ADAL" clId="{96CEA970-B83E-48F4-8A28-303B3D3D513D}" dt="2025-11-02T08:27:24.412" v="369" actId="478"/>
          <ac:picMkLst>
            <pc:docMk/>
            <pc:sldMk cId="3902003183" sldId="2779"/>
            <ac:picMk id="9" creationId="{30B45D70-EFA6-08F6-2B68-3601FDB8EA5D}"/>
          </ac:picMkLst>
        </pc:picChg>
        <pc:picChg chg="del">
          <ac:chgData name="WANG Yirui" userId="35cf55f7-5de7-4f51-ae22-036b40641bfb" providerId="ADAL" clId="{96CEA970-B83E-48F4-8A28-303B3D3D513D}" dt="2025-11-02T08:27:24.412" v="369" actId="478"/>
          <ac:picMkLst>
            <pc:docMk/>
            <pc:sldMk cId="3902003183" sldId="2779"/>
            <ac:picMk id="10" creationId="{96D10066-365D-24F1-51D8-B7E7E399C9ED}"/>
          </ac:picMkLst>
        </pc:picChg>
        <pc:picChg chg="del">
          <ac:chgData name="WANG Yirui" userId="35cf55f7-5de7-4f51-ae22-036b40641bfb" providerId="ADAL" clId="{96CEA970-B83E-48F4-8A28-303B3D3D513D}" dt="2025-11-02T08:27:24.412" v="369" actId="478"/>
          <ac:picMkLst>
            <pc:docMk/>
            <pc:sldMk cId="3902003183" sldId="2779"/>
            <ac:picMk id="11" creationId="{CED67C94-CD59-17F8-CC7B-B38C95A19167}"/>
          </ac:picMkLst>
        </pc:picChg>
        <pc:picChg chg="del">
          <ac:chgData name="WANG Yirui" userId="35cf55f7-5de7-4f51-ae22-036b40641bfb" providerId="ADAL" clId="{96CEA970-B83E-48F4-8A28-303B3D3D513D}" dt="2025-11-02T08:27:24.412" v="369" actId="478"/>
          <ac:picMkLst>
            <pc:docMk/>
            <pc:sldMk cId="3902003183" sldId="2779"/>
            <ac:picMk id="12" creationId="{5B0EB22E-B3C5-A546-9F7F-B8C73A78E745}"/>
          </ac:picMkLst>
        </pc:picChg>
        <pc:picChg chg="del">
          <ac:chgData name="WANG Yirui" userId="35cf55f7-5de7-4f51-ae22-036b40641bfb" providerId="ADAL" clId="{96CEA970-B83E-48F4-8A28-303B3D3D513D}" dt="2025-11-02T08:27:24.412" v="369" actId="478"/>
          <ac:picMkLst>
            <pc:docMk/>
            <pc:sldMk cId="3902003183" sldId="2779"/>
            <ac:picMk id="14" creationId="{D4881125-8B50-5017-41FD-31D2B9B8FB11}"/>
          </ac:picMkLst>
        </pc:picChg>
        <pc:picChg chg="del">
          <ac:chgData name="WANG Yirui" userId="35cf55f7-5de7-4f51-ae22-036b40641bfb" providerId="ADAL" clId="{96CEA970-B83E-48F4-8A28-303B3D3D513D}" dt="2025-11-02T08:27:24.412" v="369" actId="478"/>
          <ac:picMkLst>
            <pc:docMk/>
            <pc:sldMk cId="3902003183" sldId="2779"/>
            <ac:picMk id="15" creationId="{1E9C36F8-CBE1-3996-DBD6-301775845258}"/>
          </ac:picMkLst>
        </pc:picChg>
      </pc:sldChg>
      <pc:sldChg chg="addSp delSp modSp add mod">
        <pc:chgData name="WANG Yirui" userId="35cf55f7-5de7-4f51-ae22-036b40641bfb" providerId="ADAL" clId="{96CEA970-B83E-48F4-8A28-303B3D3D513D}" dt="2025-11-02T08:27:59.168" v="380" actId="20577"/>
        <pc:sldMkLst>
          <pc:docMk/>
          <pc:sldMk cId="321202646" sldId="2780"/>
        </pc:sldMkLst>
        <pc:spChg chg="del">
          <ac:chgData name="WANG Yirui" userId="35cf55f7-5de7-4f51-ae22-036b40641bfb" providerId="ADAL" clId="{96CEA970-B83E-48F4-8A28-303B3D3D513D}" dt="2025-11-02T08:27:35.611" v="374" actId="478"/>
          <ac:spMkLst>
            <pc:docMk/>
            <pc:sldMk cId="321202646" sldId="2780"/>
            <ac:spMk id="4" creationId="{D860EDD1-DFA1-D447-CCB6-E3A50E138488}"/>
          </ac:spMkLst>
        </pc:spChg>
        <pc:spChg chg="add del mod">
          <ac:chgData name="WANG Yirui" userId="35cf55f7-5de7-4f51-ae22-036b40641bfb" providerId="ADAL" clId="{96CEA970-B83E-48F4-8A28-303B3D3D513D}" dt="2025-11-02T08:27:55.009" v="379" actId="478"/>
          <ac:spMkLst>
            <pc:docMk/>
            <pc:sldMk cId="321202646" sldId="2780"/>
            <ac:spMk id="8" creationId="{F1A0851D-DBA9-9C51-DE2C-C097F4B706F2}"/>
          </ac:spMkLst>
        </pc:spChg>
        <pc:spChg chg="add del mod">
          <ac:chgData name="WANG Yirui" userId="35cf55f7-5de7-4f51-ae22-036b40641bfb" providerId="ADAL" clId="{96CEA970-B83E-48F4-8A28-303B3D3D513D}" dt="2025-11-02T08:27:52.711" v="378" actId="478"/>
          <ac:spMkLst>
            <pc:docMk/>
            <pc:sldMk cId="321202646" sldId="2780"/>
            <ac:spMk id="9" creationId="{C80026B6-6DED-7DEF-B3A5-FA5F816374F9}"/>
          </ac:spMkLst>
        </pc:spChg>
        <pc:spChg chg="add del mod">
          <ac:chgData name="WANG Yirui" userId="35cf55f7-5de7-4f51-ae22-036b40641bfb" providerId="ADAL" clId="{96CEA970-B83E-48F4-8A28-303B3D3D513D}" dt="2025-11-02T08:27:59.168" v="380" actId="20577"/>
          <ac:spMkLst>
            <pc:docMk/>
            <pc:sldMk cId="321202646" sldId="2780"/>
            <ac:spMk id="11" creationId="{53373EFA-78C9-4BCD-B969-9CDB641916CF}"/>
          </ac:spMkLst>
        </pc:spChg>
        <pc:spChg chg="add del mod">
          <ac:chgData name="WANG Yirui" userId="35cf55f7-5de7-4f51-ae22-036b40641bfb" providerId="ADAL" clId="{96CEA970-B83E-48F4-8A28-303B3D3D513D}" dt="2025-11-02T08:27:52.711" v="378" actId="478"/>
          <ac:spMkLst>
            <pc:docMk/>
            <pc:sldMk cId="321202646" sldId="2780"/>
            <ac:spMk id="12" creationId="{A5AFD78A-161E-2597-E9C0-2C3099850BB4}"/>
          </ac:spMkLst>
        </pc:spChg>
        <pc:spChg chg="add del mod">
          <ac:chgData name="WANG Yirui" userId="35cf55f7-5de7-4f51-ae22-036b40641bfb" providerId="ADAL" clId="{96CEA970-B83E-48F4-8A28-303B3D3D513D}" dt="2025-11-02T08:27:52.711" v="378" actId="478"/>
          <ac:spMkLst>
            <pc:docMk/>
            <pc:sldMk cId="321202646" sldId="2780"/>
            <ac:spMk id="13" creationId="{DE9E3FBA-4C96-74E6-83B6-4BA137627262}"/>
          </ac:spMkLst>
        </pc:spChg>
        <pc:spChg chg="add del mod">
          <ac:chgData name="WANG Yirui" userId="35cf55f7-5de7-4f51-ae22-036b40641bfb" providerId="ADAL" clId="{96CEA970-B83E-48F4-8A28-303B3D3D513D}" dt="2025-11-02T08:27:52.711" v="378" actId="478"/>
          <ac:spMkLst>
            <pc:docMk/>
            <pc:sldMk cId="321202646" sldId="2780"/>
            <ac:spMk id="14" creationId="{CCE406BF-1A8F-308A-019A-FF7ADA9718DB}"/>
          </ac:spMkLst>
        </pc:spChg>
        <pc:picChg chg="del">
          <ac:chgData name="WANG Yirui" userId="35cf55f7-5de7-4f51-ae22-036b40641bfb" providerId="ADAL" clId="{96CEA970-B83E-48F4-8A28-303B3D3D513D}" dt="2025-11-02T08:27:35.611" v="374" actId="478"/>
          <ac:picMkLst>
            <pc:docMk/>
            <pc:sldMk cId="321202646" sldId="2780"/>
            <ac:picMk id="2" creationId="{D2656C33-A510-7580-A286-5ECBF21AFA91}"/>
          </ac:picMkLst>
        </pc:picChg>
        <pc:picChg chg="del">
          <ac:chgData name="WANG Yirui" userId="35cf55f7-5de7-4f51-ae22-036b40641bfb" providerId="ADAL" clId="{96CEA970-B83E-48F4-8A28-303B3D3D513D}" dt="2025-11-02T08:27:35.611" v="374" actId="478"/>
          <ac:picMkLst>
            <pc:docMk/>
            <pc:sldMk cId="321202646" sldId="2780"/>
            <ac:picMk id="3" creationId="{1D12E5BA-7C6D-733D-4A25-C58AA8D5D238}"/>
          </ac:picMkLst>
        </pc:picChg>
        <pc:picChg chg="del">
          <ac:chgData name="WANG Yirui" userId="35cf55f7-5de7-4f51-ae22-036b40641bfb" providerId="ADAL" clId="{96CEA970-B83E-48F4-8A28-303B3D3D513D}" dt="2025-11-02T08:27:35.611" v="374" actId="478"/>
          <ac:picMkLst>
            <pc:docMk/>
            <pc:sldMk cId="321202646" sldId="2780"/>
            <ac:picMk id="5" creationId="{6D787052-59FB-75CE-A0AD-E8D602C7DA1C}"/>
          </ac:picMkLst>
        </pc:picChg>
        <pc:picChg chg="del">
          <ac:chgData name="WANG Yirui" userId="35cf55f7-5de7-4f51-ae22-036b40641bfb" providerId="ADAL" clId="{96CEA970-B83E-48F4-8A28-303B3D3D513D}" dt="2025-11-02T08:27:35.611" v="374" actId="478"/>
          <ac:picMkLst>
            <pc:docMk/>
            <pc:sldMk cId="321202646" sldId="2780"/>
            <ac:picMk id="7" creationId="{A0D4D554-692C-3590-8651-1A0C3FE5CD38}"/>
          </ac:picMkLst>
        </pc:picChg>
        <pc:picChg chg="add del mod">
          <ac:chgData name="WANG Yirui" userId="35cf55f7-5de7-4f51-ae22-036b40641bfb" providerId="ADAL" clId="{96CEA970-B83E-48F4-8A28-303B3D3D513D}" dt="2025-11-02T08:27:52.711" v="378" actId="478"/>
          <ac:picMkLst>
            <pc:docMk/>
            <pc:sldMk cId="321202646" sldId="2780"/>
            <ac:picMk id="10" creationId="{71013975-D92A-B28C-D7B2-5152F1BDC4C8}"/>
          </ac:picMkLst>
        </pc:picChg>
      </pc:sldChg>
      <pc:sldChg chg="addSp delSp modSp add mod">
        <pc:chgData name="WANG Yirui" userId="35cf55f7-5de7-4f51-ae22-036b40641bfb" providerId="ADAL" clId="{96CEA970-B83E-48F4-8A28-303B3D3D513D}" dt="2025-11-02T08:28:53.397" v="392"/>
        <pc:sldMkLst>
          <pc:docMk/>
          <pc:sldMk cId="1423057266" sldId="2781"/>
        </pc:sldMkLst>
        <pc:spChg chg="add mod">
          <ac:chgData name="WANG Yirui" userId="35cf55f7-5de7-4f51-ae22-036b40641bfb" providerId="ADAL" clId="{96CEA970-B83E-48F4-8A28-303B3D3D513D}" dt="2025-11-02T08:28:53.397" v="392"/>
          <ac:spMkLst>
            <pc:docMk/>
            <pc:sldMk cId="1423057266" sldId="2781"/>
            <ac:spMk id="2" creationId="{95D765A0-04A7-B07E-E2A2-C8884DC2DBC0}"/>
          </ac:spMkLst>
        </pc:spChg>
        <pc:spChg chg="add mod">
          <ac:chgData name="WANG Yirui" userId="35cf55f7-5de7-4f51-ae22-036b40641bfb" providerId="ADAL" clId="{96CEA970-B83E-48F4-8A28-303B3D3D513D}" dt="2025-11-02T08:28:53.397" v="392"/>
          <ac:spMkLst>
            <pc:docMk/>
            <pc:sldMk cId="1423057266" sldId="2781"/>
            <ac:spMk id="4" creationId="{33B93471-EF48-482A-2534-49B25A1EC14F}"/>
          </ac:spMkLst>
        </pc:spChg>
        <pc:spChg chg="add mod">
          <ac:chgData name="WANG Yirui" userId="35cf55f7-5de7-4f51-ae22-036b40641bfb" providerId="ADAL" clId="{96CEA970-B83E-48F4-8A28-303B3D3D513D}" dt="2025-11-02T08:28:53.397" v="392"/>
          <ac:spMkLst>
            <pc:docMk/>
            <pc:sldMk cId="1423057266" sldId="2781"/>
            <ac:spMk id="5" creationId="{EBC4A301-CF20-2AEB-83F5-34C8D99A5074}"/>
          </ac:spMkLst>
        </pc:spChg>
        <pc:spChg chg="mod">
          <ac:chgData name="WANG Yirui" userId="35cf55f7-5de7-4f51-ae22-036b40641bfb" providerId="ADAL" clId="{96CEA970-B83E-48F4-8A28-303B3D3D513D}" dt="2025-11-02T08:28:43.829" v="390" actId="20577"/>
          <ac:spMkLst>
            <pc:docMk/>
            <pc:sldMk cId="1423057266" sldId="2781"/>
            <ac:spMk id="6" creationId="{ADA6C18E-F0C5-EC58-A54D-7B06DBBA3AD2}"/>
          </ac:spMkLst>
        </pc:spChg>
        <pc:spChg chg="del">
          <ac:chgData name="WANG Yirui" userId="35cf55f7-5de7-4f51-ae22-036b40641bfb" providerId="ADAL" clId="{96CEA970-B83E-48F4-8A28-303B3D3D513D}" dt="2025-11-02T08:28:53.042" v="391" actId="478"/>
          <ac:spMkLst>
            <pc:docMk/>
            <pc:sldMk cId="1423057266" sldId="2781"/>
            <ac:spMk id="9" creationId="{DF977D6B-5747-5B0C-91D2-A1569041B59F}"/>
          </ac:spMkLst>
        </pc:spChg>
        <pc:spChg chg="del">
          <ac:chgData name="WANG Yirui" userId="35cf55f7-5de7-4f51-ae22-036b40641bfb" providerId="ADAL" clId="{96CEA970-B83E-48F4-8A28-303B3D3D513D}" dt="2025-11-02T08:28:53.042" v="391" actId="478"/>
          <ac:spMkLst>
            <pc:docMk/>
            <pc:sldMk cId="1423057266" sldId="2781"/>
            <ac:spMk id="11" creationId="{09BF0DD7-656E-6572-35C9-30AE772BB19C}"/>
          </ac:spMkLst>
        </pc:spChg>
        <pc:spChg chg="del">
          <ac:chgData name="WANG Yirui" userId="35cf55f7-5de7-4f51-ae22-036b40641bfb" providerId="ADAL" clId="{96CEA970-B83E-48F4-8A28-303B3D3D513D}" dt="2025-11-02T08:28:53.042" v="391" actId="478"/>
          <ac:spMkLst>
            <pc:docMk/>
            <pc:sldMk cId="1423057266" sldId="2781"/>
            <ac:spMk id="12" creationId="{A2580ACE-A2AF-0E96-8CFA-E6E420B7C261}"/>
          </ac:spMkLst>
        </pc:spChg>
        <pc:spChg chg="del">
          <ac:chgData name="WANG Yirui" userId="35cf55f7-5de7-4f51-ae22-036b40641bfb" providerId="ADAL" clId="{96CEA970-B83E-48F4-8A28-303B3D3D513D}" dt="2025-11-02T08:28:53.042" v="391" actId="478"/>
          <ac:spMkLst>
            <pc:docMk/>
            <pc:sldMk cId="1423057266" sldId="2781"/>
            <ac:spMk id="13" creationId="{E33DDCAD-5873-C905-F9D0-9119EA6BB5C5}"/>
          </ac:spMkLst>
        </pc:spChg>
        <pc:spChg chg="del">
          <ac:chgData name="WANG Yirui" userId="35cf55f7-5de7-4f51-ae22-036b40641bfb" providerId="ADAL" clId="{96CEA970-B83E-48F4-8A28-303B3D3D513D}" dt="2025-11-02T08:28:53.042" v="391" actId="478"/>
          <ac:spMkLst>
            <pc:docMk/>
            <pc:sldMk cId="1423057266" sldId="2781"/>
            <ac:spMk id="14" creationId="{F7B471E7-3D18-EBDB-29AC-D8BD0CB312AB}"/>
          </ac:spMkLst>
        </pc:spChg>
        <pc:spChg chg="add mod">
          <ac:chgData name="WANG Yirui" userId="35cf55f7-5de7-4f51-ae22-036b40641bfb" providerId="ADAL" clId="{96CEA970-B83E-48F4-8A28-303B3D3D513D}" dt="2025-11-02T08:28:53.397" v="392"/>
          <ac:spMkLst>
            <pc:docMk/>
            <pc:sldMk cId="1423057266" sldId="2781"/>
            <ac:spMk id="15" creationId="{9100F306-247E-834C-861E-0A551CC03376}"/>
          </ac:spMkLst>
        </pc:spChg>
        <pc:picChg chg="add mod">
          <ac:chgData name="WANG Yirui" userId="35cf55f7-5de7-4f51-ae22-036b40641bfb" providerId="ADAL" clId="{96CEA970-B83E-48F4-8A28-303B3D3D513D}" dt="2025-11-02T08:28:53.397" v="392"/>
          <ac:picMkLst>
            <pc:docMk/>
            <pc:sldMk cId="1423057266" sldId="2781"/>
            <ac:picMk id="3" creationId="{FAD71C8A-29C9-B209-DDEF-4FAD34910A9C}"/>
          </ac:picMkLst>
        </pc:picChg>
        <pc:picChg chg="add mod">
          <ac:chgData name="WANG Yirui" userId="35cf55f7-5de7-4f51-ae22-036b40641bfb" providerId="ADAL" clId="{96CEA970-B83E-48F4-8A28-303B3D3D513D}" dt="2025-11-02T08:28:53.397" v="392"/>
          <ac:picMkLst>
            <pc:docMk/>
            <pc:sldMk cId="1423057266" sldId="2781"/>
            <ac:picMk id="7" creationId="{DC1C80D4-5816-A883-75D1-720FC95C7E26}"/>
          </ac:picMkLst>
        </pc:picChg>
        <pc:picChg chg="add mod">
          <ac:chgData name="WANG Yirui" userId="35cf55f7-5de7-4f51-ae22-036b40641bfb" providerId="ADAL" clId="{96CEA970-B83E-48F4-8A28-303B3D3D513D}" dt="2025-11-02T08:28:53.397" v="392"/>
          <ac:picMkLst>
            <pc:docMk/>
            <pc:sldMk cId="1423057266" sldId="2781"/>
            <ac:picMk id="8" creationId="{DFCE0522-4269-294D-9E2F-D153EFE27A9A}"/>
          </ac:picMkLst>
        </pc:picChg>
        <pc:picChg chg="del">
          <ac:chgData name="WANG Yirui" userId="35cf55f7-5de7-4f51-ae22-036b40641bfb" providerId="ADAL" clId="{96CEA970-B83E-48F4-8A28-303B3D3D513D}" dt="2025-11-02T08:28:53.042" v="391" actId="478"/>
          <ac:picMkLst>
            <pc:docMk/>
            <pc:sldMk cId="1423057266" sldId="2781"/>
            <ac:picMk id="10" creationId="{655810AA-4E2C-C578-9D05-6F4204A69E27}"/>
          </ac:picMkLst>
        </pc:picChg>
        <pc:picChg chg="add mod">
          <ac:chgData name="WANG Yirui" userId="35cf55f7-5de7-4f51-ae22-036b40641bfb" providerId="ADAL" clId="{96CEA970-B83E-48F4-8A28-303B3D3D513D}" dt="2025-11-02T08:28:53.397" v="392"/>
          <ac:picMkLst>
            <pc:docMk/>
            <pc:sldMk cId="1423057266" sldId="2781"/>
            <ac:picMk id="16" creationId="{E8DF4C7F-1250-B06B-EADD-FB4C642FA56C}"/>
          </ac:picMkLst>
        </pc:picChg>
      </pc:sldChg>
      <pc:sldChg chg="add del">
        <pc:chgData name="WANG Yirui" userId="35cf55f7-5de7-4f51-ae22-036b40641bfb" providerId="ADAL" clId="{96CEA970-B83E-48F4-8A28-303B3D3D513D}" dt="2025-11-02T08:29:53.520" v="400" actId="2696"/>
        <pc:sldMkLst>
          <pc:docMk/>
          <pc:sldMk cId="884497597" sldId="2782"/>
        </pc:sldMkLst>
      </pc:sldChg>
      <pc:sldChg chg="modSp add mod">
        <pc:chgData name="WANG Yirui" userId="35cf55f7-5de7-4f51-ae22-036b40641bfb" providerId="ADAL" clId="{96CEA970-B83E-48F4-8A28-303B3D3D513D}" dt="2025-11-02T08:32:30.899" v="435" actId="20577"/>
        <pc:sldMkLst>
          <pc:docMk/>
          <pc:sldMk cId="2180916473" sldId="2782"/>
        </pc:sldMkLst>
        <pc:spChg chg="mod">
          <ac:chgData name="WANG Yirui" userId="35cf55f7-5de7-4f51-ae22-036b40641bfb" providerId="ADAL" clId="{96CEA970-B83E-48F4-8A28-303B3D3D513D}" dt="2025-11-02T08:32:30.899" v="435" actId="20577"/>
          <ac:spMkLst>
            <pc:docMk/>
            <pc:sldMk cId="2180916473" sldId="2782"/>
            <ac:spMk id="3" creationId="{92C1CB17-B562-51FC-9A2A-BA78B90BED27}"/>
          </ac:spMkLst>
        </pc:spChg>
        <pc:spChg chg="mod">
          <ac:chgData name="WANG Yirui" userId="35cf55f7-5de7-4f51-ae22-036b40641bfb" providerId="ADAL" clId="{96CEA970-B83E-48F4-8A28-303B3D3D513D}" dt="2025-11-02T08:31:18.344" v="415" actId="2710"/>
          <ac:spMkLst>
            <pc:docMk/>
            <pc:sldMk cId="2180916473" sldId="2782"/>
            <ac:spMk id="5" creationId="{43C6683B-CAC4-FE89-29BC-DFE5D8383C21}"/>
          </ac:spMkLst>
        </pc:spChg>
      </pc:sldChg>
      <pc:sldChg chg="add del">
        <pc:chgData name="WANG Yirui" userId="35cf55f7-5de7-4f51-ae22-036b40641bfb" providerId="ADAL" clId="{96CEA970-B83E-48F4-8A28-303B3D3D513D}" dt="2025-11-02T08:32:43.186" v="438" actId="2696"/>
        <pc:sldMkLst>
          <pc:docMk/>
          <pc:sldMk cId="3501099594" sldId="2783"/>
        </pc:sldMkLst>
      </pc:sldChg>
      <pc:sldChg chg="add">
        <pc:chgData name="WANG Yirui" userId="35cf55f7-5de7-4f51-ae22-036b40641bfb" providerId="ADAL" clId="{96CEA970-B83E-48F4-8A28-303B3D3D513D}" dt="2025-11-02T08:32:40.064" v="437"/>
        <pc:sldMkLst>
          <pc:docMk/>
          <pc:sldMk cId="2360487063" sldId="2784"/>
        </pc:sldMkLst>
      </pc:sldChg>
      <pc:sldMasterChg chg="delSldLayout">
        <pc:chgData name="WANG Yirui" userId="35cf55f7-5de7-4f51-ae22-036b40641bfb" providerId="ADAL" clId="{96CEA970-B83E-48F4-8A28-303B3D3D513D}" dt="2025-11-02T08:28:58.996" v="393" actId="2696"/>
        <pc:sldMasterMkLst>
          <pc:docMk/>
          <pc:sldMasterMk cId="0" sldId="2147483648"/>
        </pc:sldMasterMkLst>
        <pc:sldLayoutChg chg="del">
          <pc:chgData name="WANG Yirui" userId="35cf55f7-5de7-4f51-ae22-036b40641bfb" providerId="ADAL" clId="{96CEA970-B83E-48F4-8A28-303B3D3D513D}" dt="2025-11-02T08:28:58.996" v="393" actId="2696"/>
          <pc:sldLayoutMkLst>
            <pc:docMk/>
            <pc:sldMasterMk cId="0" sldId="2147483648"/>
            <pc:sldLayoutMk cId="318841313" sldId="2147483676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HK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2156B7-E4A6-4733-8A46-C9D71CD3B1AF}" type="datetimeFigureOut">
              <a:rPr lang="en-HK" smtClean="0"/>
              <a:t>2/9/2026</a:t>
            </a:fld>
            <a:endParaRPr lang="en-HK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HK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HK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HK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E2FAA8-9C3F-45E0-9B8C-9AF155E5FAE0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31132064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E2FAA8-9C3F-45E0-9B8C-9AF155E5FAE0}" type="slidenum">
              <a:rPr lang="en-HK" smtClean="0"/>
              <a:t>12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7451132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首页双行题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-1" y="2006821"/>
            <a:ext cx="12192001" cy="2518337"/>
          </a:xfrm>
          <a:prstGeom prst="rect">
            <a:avLst/>
          </a:prstGeom>
          <a:solidFill>
            <a:srgbClr val="0039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zh-CN" altLang="en-US" sz="135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3" hasCustomPrompt="1"/>
          </p:nvPr>
        </p:nvSpPr>
        <p:spPr>
          <a:xfrm>
            <a:off x="600932" y="1570040"/>
            <a:ext cx="10990133" cy="424732"/>
          </a:xfrm>
        </p:spPr>
        <p:txBody>
          <a:bodyPr wrap="square">
            <a:spAutoFit/>
          </a:bodyPr>
          <a:lstStyle>
            <a:lvl1pPr marL="0" indent="0" algn="ctr">
              <a:buNone/>
              <a:defRPr sz="2400" b="1" baseline="0">
                <a:solidFill>
                  <a:srgbClr val="013974"/>
                </a:solidFill>
                <a:latin typeface="Muli" panose="02000503000000000000" pitchFamily="2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zh-CN"/>
              <a:t>Conference</a:t>
            </a:r>
            <a:r>
              <a:rPr lang="zh-CN" altLang="en-US"/>
              <a:t> </a:t>
            </a:r>
            <a:r>
              <a:rPr lang="en-US" altLang="zh-CN"/>
              <a:t>Name</a:t>
            </a:r>
            <a:endParaRPr lang="zh-CN" altLang="en-US"/>
          </a:p>
        </p:txBody>
      </p:sp>
      <p:sp>
        <p:nvSpPr>
          <p:cNvPr id="17" name="文本占位符 16"/>
          <p:cNvSpPr>
            <a:spLocks noGrp="1"/>
          </p:cNvSpPr>
          <p:nvPr>
            <p:ph type="body" sz="quarter" idx="14" hasCustomPrompt="1"/>
          </p:nvPr>
        </p:nvSpPr>
        <p:spPr>
          <a:xfrm>
            <a:off x="521963" y="2942823"/>
            <a:ext cx="10944872" cy="646331"/>
          </a:xfrm>
        </p:spPr>
        <p:txBody>
          <a:bodyPr wrap="square">
            <a:spAutoFit/>
          </a:bodyPr>
          <a:lstStyle>
            <a:lvl1pPr marL="0" indent="0" algn="ctr">
              <a:buNone/>
              <a:defRPr sz="4000" b="1" baseline="0">
                <a:solidFill>
                  <a:schemeClr val="bg1"/>
                </a:solidFill>
                <a:latin typeface="Muli" panose="02000503000000000000" pitchFamily="2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5pPr marL="1828800" indent="0">
              <a:buNone/>
              <a:defRPr/>
            </a:lvl5pPr>
          </a:lstStyle>
          <a:p>
            <a:pPr lvl="0"/>
            <a:r>
              <a:rPr lang="en-US" altLang="zh-CN"/>
              <a:t>Topic</a:t>
            </a:r>
            <a:endParaRPr lang="zh-CN" altLang="en-US"/>
          </a:p>
        </p:txBody>
      </p:sp>
      <p:sp>
        <p:nvSpPr>
          <p:cNvPr id="19" name="文本占位符 14"/>
          <p:cNvSpPr>
            <a:spLocks noGrp="1"/>
          </p:cNvSpPr>
          <p:nvPr>
            <p:ph type="body" sz="quarter" idx="16" hasCustomPrompt="1"/>
          </p:nvPr>
        </p:nvSpPr>
        <p:spPr>
          <a:xfrm>
            <a:off x="476702" y="4749573"/>
            <a:ext cx="10990134" cy="1315745"/>
          </a:xfrm>
        </p:spPr>
        <p:txBody>
          <a:bodyPr wrap="square">
            <a:spAutoFit/>
          </a:bodyPr>
          <a:lstStyle>
            <a:lvl1pPr marL="0" indent="0" algn="ctr">
              <a:lnSpc>
                <a:spcPct val="100000"/>
              </a:lnSpc>
              <a:spcBef>
                <a:spcPts val="300"/>
              </a:spcBef>
              <a:buNone/>
              <a:defRPr sz="1800" b="1" baseline="0">
                <a:solidFill>
                  <a:schemeClr val="tx1"/>
                </a:solidFill>
                <a:latin typeface="Muli" panose="02000503000000000000" pitchFamily="2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zh-CN"/>
              <a:t>Name</a:t>
            </a:r>
          </a:p>
          <a:p>
            <a:pPr lvl="0"/>
            <a:r>
              <a:rPr lang="en-US" altLang="zh-CN"/>
              <a:t>Position</a:t>
            </a:r>
          </a:p>
          <a:p>
            <a:pPr lvl="0"/>
            <a:r>
              <a:rPr lang="en-US" altLang="zh-CN"/>
              <a:t>Department of Civil and Environmental Engineering</a:t>
            </a:r>
          </a:p>
          <a:p>
            <a:pPr lvl="0"/>
            <a:r>
              <a:rPr lang="en-US" altLang="zh-CN"/>
              <a:t>The Hong Kong University of Science and Technology</a:t>
            </a:r>
          </a:p>
        </p:txBody>
      </p:sp>
      <p:sp>
        <p:nvSpPr>
          <p:cNvPr id="2" name="文本框 1"/>
          <p:cNvSpPr txBox="1"/>
          <p:nvPr userDrawn="1"/>
        </p:nvSpPr>
        <p:spPr>
          <a:xfrm>
            <a:off x="780559" y="236707"/>
            <a:ext cx="251814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HONG KONG </a:t>
            </a:r>
          </a:p>
          <a:p>
            <a:r>
              <a:rPr lang="en-US" altLang="zh-CN" sz="1400" b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UNIVERSITY OFSCIENCE</a:t>
            </a:r>
          </a:p>
          <a:p>
            <a:r>
              <a:rPr lang="en-US" altLang="zh-CN" sz="1400" b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 TECHNOLOGY</a:t>
            </a:r>
          </a:p>
        </p:txBody>
      </p:sp>
      <p:pic>
        <p:nvPicPr>
          <p:cNvPr id="3" name="Picture 2" descr="Hong Kong University of Science and Technology - Wikipedia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200" y="97898"/>
            <a:ext cx="570764" cy="8774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图片 4" descr="徽标&#10;&#10;描述已自动生成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9787" y="148714"/>
            <a:ext cx="872779" cy="738664"/>
          </a:xfrm>
          <a:prstGeom prst="rect">
            <a:avLst/>
          </a:prstGeom>
        </p:spPr>
      </p:pic>
      <p:sp>
        <p:nvSpPr>
          <p:cNvPr id="6" name="文本框 5"/>
          <p:cNvSpPr txBox="1"/>
          <p:nvPr userDrawn="1"/>
        </p:nvSpPr>
        <p:spPr>
          <a:xfrm>
            <a:off x="3890015" y="311724"/>
            <a:ext cx="14893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SCHOOL OF</a:t>
            </a:r>
          </a:p>
          <a:p>
            <a:r>
              <a:rPr lang="en-US" altLang="zh-CN" sz="1400" b="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ENGINEERING</a:t>
            </a:r>
          </a:p>
        </p:txBody>
      </p:sp>
      <p:sp>
        <p:nvSpPr>
          <p:cNvPr id="7" name="文本占位符 14"/>
          <p:cNvSpPr>
            <a:spLocks noGrp="1"/>
          </p:cNvSpPr>
          <p:nvPr>
            <p:ph type="body" sz="quarter" idx="17" hasCustomPrompt="1"/>
          </p:nvPr>
        </p:nvSpPr>
        <p:spPr>
          <a:xfrm>
            <a:off x="476701" y="6204644"/>
            <a:ext cx="10990134" cy="341632"/>
          </a:xfrm>
        </p:spPr>
        <p:txBody>
          <a:bodyPr wrap="square">
            <a:spAutoFit/>
          </a:bodyPr>
          <a:lstStyle>
            <a:lvl1pPr marL="0" indent="0" algn="ctr">
              <a:buNone/>
              <a:defRPr sz="1800" b="1" baseline="0">
                <a:solidFill>
                  <a:schemeClr val="tx1"/>
                </a:solidFill>
                <a:latin typeface="Muli" panose="02000503000000000000" pitchFamily="2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lvl="0"/>
            <a:fld id="{E9CBB509-EE76-471B-A091-D07E151C67EC}" type="datetime3">
              <a:rPr lang="en-US" altLang="zh-CN" smtClean="0"/>
              <a:t>​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8977249"/>
      </p:ext>
    </p:extLst>
  </p:cSld>
  <p:clrMapOvr>
    <a:masterClrMapping/>
  </p:clrMapOvr>
  <p:hf sldNum="0"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BA3FE29-67B6-2F18-EC4B-0573FC86B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148748"/>
            <a:ext cx="9022080" cy="276999"/>
          </a:xfrm>
        </p:spPr>
        <p:txBody>
          <a:bodyPr/>
          <a:lstStyle>
            <a:lvl1pPr algn="l"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70187C0-FC98-5E6E-5899-E76E03CBA2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722120"/>
            <a:ext cx="11887200" cy="4454843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15" name="文字版面配置區 14">
            <a:extLst>
              <a:ext uri="{FF2B5EF4-FFF2-40B4-BE49-F238E27FC236}">
                <a16:creationId xmlns:a16="http://schemas.microsoft.com/office/drawing/2014/main" id="{63305536-4AB1-CE11-5E5D-1D8990EEA01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2400" y="6356984"/>
            <a:ext cx="9086935" cy="215444"/>
          </a:xfrm>
        </p:spPr>
        <p:txBody>
          <a:bodyPr/>
          <a:lstStyle>
            <a:lvl1pPr>
              <a:defRPr sz="1400"/>
            </a:lvl1pPr>
          </a:lstStyle>
          <a:p>
            <a:pPr lvl="0"/>
            <a:endParaRPr lang="zh-TW" altLang="en-US" dirty="0"/>
          </a:p>
        </p:txBody>
      </p:sp>
      <p:sp>
        <p:nvSpPr>
          <p:cNvPr id="5" name="Holder 6">
            <a:extLst>
              <a:ext uri="{FF2B5EF4-FFF2-40B4-BE49-F238E27FC236}">
                <a16:creationId xmlns:a16="http://schemas.microsoft.com/office/drawing/2014/main" id="{1EB00DA0-EC25-BF0A-812C-7E3A4B739E5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9296400" y="6378575"/>
            <a:ext cx="2803525" cy="342900"/>
          </a:xfrm>
          <a:prstGeom prst="rect">
            <a:avLst/>
          </a:prstGeom>
          <a:ln/>
        </p:spPr>
        <p:txBody>
          <a:bodyPr/>
          <a:lstStyle>
            <a:lvl1pPr algn="r">
              <a:defRPr/>
            </a:lvl1pPr>
          </a:lstStyle>
          <a:p>
            <a:fld id="{958630B5-0F5A-467F-90CF-7BAA2DDE5D76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1026" name="bg object 16">
            <a:extLst>
              <a:ext uri="{FF2B5EF4-FFF2-40B4-BE49-F238E27FC236}">
                <a16:creationId xmlns:a16="http://schemas.microsoft.com/office/drawing/2014/main" id="{AAF248C7-7D14-0255-4E58-8407A27FE3D9}"/>
              </a:ext>
            </a:extLst>
          </p:cNvPr>
          <p:cNvSpPr>
            <a:spLocks/>
          </p:cNvSpPr>
          <p:nvPr userDrawn="1"/>
        </p:nvSpPr>
        <p:spPr bwMode="auto">
          <a:xfrm>
            <a:off x="0" y="6281738"/>
            <a:ext cx="12188825" cy="12700"/>
          </a:xfrm>
          <a:custGeom>
            <a:avLst/>
            <a:gdLst>
              <a:gd name="T0" fmla="*/ 12188952 w 12189460"/>
              <a:gd name="T1" fmla="*/ 0 h 12700"/>
              <a:gd name="T2" fmla="*/ 0 w 12189460"/>
              <a:gd name="T3" fmla="*/ 0 h 12700"/>
              <a:gd name="T4" fmla="*/ 0 w 12189460"/>
              <a:gd name="T5" fmla="*/ 12699 h 12700"/>
              <a:gd name="T6" fmla="*/ 12188952 w 12189460"/>
              <a:gd name="T7" fmla="*/ 12699 h 12700"/>
              <a:gd name="T8" fmla="*/ 12188952 w 12189460"/>
              <a:gd name="T9" fmla="*/ 0 h 127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2189460" h="12700">
                <a:moveTo>
                  <a:pt x="12188952" y="0"/>
                </a:moveTo>
                <a:lnTo>
                  <a:pt x="0" y="0"/>
                </a:lnTo>
                <a:lnTo>
                  <a:pt x="0" y="12699"/>
                </a:lnTo>
                <a:lnTo>
                  <a:pt x="12188952" y="12699"/>
                </a:lnTo>
                <a:lnTo>
                  <a:pt x="12188952" y="0"/>
                </a:lnTo>
                <a:close/>
              </a:path>
            </a:pathLst>
          </a:custGeom>
          <a:solidFill>
            <a:srgbClr val="041E4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HK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EFADE05-65EA-A58C-58A1-B5C5B7BA78DF}"/>
              </a:ext>
            </a:extLst>
          </p:cNvPr>
          <p:cNvSpPr txBox="1"/>
          <p:nvPr userDrawn="1"/>
        </p:nvSpPr>
        <p:spPr>
          <a:xfrm>
            <a:off x="9886897" y="194230"/>
            <a:ext cx="251814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HONG KONG </a:t>
            </a:r>
          </a:p>
          <a:p>
            <a:r>
              <a:rPr lang="en-US" altLang="zh-CN" sz="1400" b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UNIVERSITY OFSCIENCE</a:t>
            </a:r>
          </a:p>
          <a:p>
            <a:r>
              <a:rPr lang="en-US" altLang="zh-CN" sz="1400" b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 TECHNOLOGY</a:t>
            </a:r>
          </a:p>
        </p:txBody>
      </p:sp>
      <p:pic>
        <p:nvPicPr>
          <p:cNvPr id="8" name="Picture 2" descr="Hong Kong University of Science and Technology - Wikipedia">
            <a:extLst>
              <a:ext uri="{FF2B5EF4-FFF2-40B4-BE49-F238E27FC236}">
                <a16:creationId xmlns:a16="http://schemas.microsoft.com/office/drawing/2014/main" id="{5E98BDB1-3904-C1E8-C98B-5FC91596269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09538" y="55421"/>
            <a:ext cx="570764" cy="8774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图片 8" descr="徽标&#10;&#10;描述已自动生成">
            <a:extLst>
              <a:ext uri="{FF2B5EF4-FFF2-40B4-BE49-F238E27FC236}">
                <a16:creationId xmlns:a16="http://schemas.microsoft.com/office/drawing/2014/main" id="{7868FA46-FFA1-1813-63E3-A1BCC425054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9941" y="170215"/>
            <a:ext cx="872779" cy="738664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E16A545E-719C-8AE9-B1FA-013F91991B72}"/>
              </a:ext>
            </a:extLst>
          </p:cNvPr>
          <p:cNvSpPr txBox="1"/>
          <p:nvPr userDrawn="1"/>
        </p:nvSpPr>
        <p:spPr>
          <a:xfrm>
            <a:off x="7820169" y="333225"/>
            <a:ext cx="14893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SCHOOL OF</a:t>
            </a:r>
          </a:p>
          <a:p>
            <a:r>
              <a:rPr lang="en-US" altLang="zh-CN" sz="1400" b="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ENGINEERING</a:t>
            </a:r>
          </a:p>
        </p:txBody>
      </p:sp>
    </p:spTree>
    <p:extLst>
      <p:ext uri="{BB962C8B-B14F-4D97-AF65-F5344CB8AC3E}">
        <p14:creationId xmlns:p14="http://schemas.microsoft.com/office/powerpoint/2010/main" val="5762946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27045" y="4933899"/>
            <a:ext cx="6144259" cy="697229"/>
          </a:xfrm>
          <a:prstGeom prst="rect">
            <a:avLst/>
          </a:prstGeom>
        </p:spPr>
        <p:txBody>
          <a:bodyPr/>
          <a:lstStyle>
            <a:lvl1pPr>
              <a:defRPr sz="4400" b="0" i="0">
                <a:solidFill>
                  <a:srgbClr val="171C2F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11" name="Holder 4">
            <a:extLst>
              <a:ext uri="{FF2B5EF4-FFF2-40B4-BE49-F238E27FC236}">
                <a16:creationId xmlns:a16="http://schemas.microsoft.com/office/drawing/2014/main" id="{94F62C38-9725-E0E1-6354-06ED495AA3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01638" y="6472238"/>
            <a:ext cx="1885950" cy="123111"/>
          </a:xfrm>
        </p:spPr>
        <p:txBody>
          <a:bodyPr/>
          <a:lstStyle>
            <a:lvl1pPr>
              <a:defRPr sz="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HK" dirty="0"/>
              <a:t>©</a:t>
            </a:r>
            <a:r>
              <a:rPr lang="en-HK" spc="295" dirty="0"/>
              <a:t> </a:t>
            </a:r>
            <a:r>
              <a:rPr lang="en-HK" dirty="0" err="1"/>
              <a:t>buildingSMART</a:t>
            </a:r>
            <a:r>
              <a:rPr lang="en-HK" spc="240" dirty="0"/>
              <a:t> </a:t>
            </a:r>
            <a:r>
              <a:rPr lang="en-HK" dirty="0"/>
              <a:t>International</a:t>
            </a:r>
            <a:r>
              <a:rPr lang="en-HK" spc="250" dirty="0"/>
              <a:t> </a:t>
            </a:r>
            <a:r>
              <a:rPr lang="en-HK" spc="30" dirty="0"/>
              <a:t>2023</a:t>
            </a:r>
          </a:p>
        </p:txBody>
      </p:sp>
      <p:pic>
        <p:nvPicPr>
          <p:cNvPr id="12" name="Picture 2" descr="buildingSMART International Brand Identity">
            <a:extLst>
              <a:ext uri="{FF2B5EF4-FFF2-40B4-BE49-F238E27FC236}">
                <a16:creationId xmlns:a16="http://schemas.microsoft.com/office/drawing/2014/main" id="{5C0CDA1E-57B2-424F-ACB7-B8F3582F173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6266" y="6321425"/>
            <a:ext cx="1819468" cy="5685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bg object 16">
            <a:extLst>
              <a:ext uri="{FF2B5EF4-FFF2-40B4-BE49-F238E27FC236}">
                <a16:creationId xmlns:a16="http://schemas.microsoft.com/office/drawing/2014/main" id="{14252B27-57B6-58C7-D8E8-181E3334FEB0}"/>
              </a:ext>
            </a:extLst>
          </p:cNvPr>
          <p:cNvSpPr>
            <a:spLocks/>
          </p:cNvSpPr>
          <p:nvPr userDrawn="1"/>
        </p:nvSpPr>
        <p:spPr bwMode="auto">
          <a:xfrm>
            <a:off x="0" y="6281738"/>
            <a:ext cx="12188825" cy="12700"/>
          </a:xfrm>
          <a:custGeom>
            <a:avLst/>
            <a:gdLst>
              <a:gd name="T0" fmla="*/ 12188952 w 12189460"/>
              <a:gd name="T1" fmla="*/ 0 h 12700"/>
              <a:gd name="T2" fmla="*/ 0 w 12189460"/>
              <a:gd name="T3" fmla="*/ 0 h 12700"/>
              <a:gd name="T4" fmla="*/ 0 w 12189460"/>
              <a:gd name="T5" fmla="*/ 12699 h 12700"/>
              <a:gd name="T6" fmla="*/ 12188952 w 12189460"/>
              <a:gd name="T7" fmla="*/ 12699 h 12700"/>
              <a:gd name="T8" fmla="*/ 12188952 w 12189460"/>
              <a:gd name="T9" fmla="*/ 0 h 127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2189460" h="12700">
                <a:moveTo>
                  <a:pt x="12188952" y="0"/>
                </a:moveTo>
                <a:lnTo>
                  <a:pt x="0" y="0"/>
                </a:lnTo>
                <a:lnTo>
                  <a:pt x="0" y="12699"/>
                </a:lnTo>
                <a:lnTo>
                  <a:pt x="12188952" y="12699"/>
                </a:lnTo>
                <a:lnTo>
                  <a:pt x="12188952" y="0"/>
                </a:lnTo>
                <a:close/>
              </a:path>
            </a:pathLst>
          </a:custGeom>
          <a:solidFill>
            <a:srgbClr val="041E4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HK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D31312C-303D-B6E0-4A71-170261A0EC75}"/>
              </a:ext>
            </a:extLst>
          </p:cNvPr>
          <p:cNvSpPr/>
          <p:nvPr userDrawn="1"/>
        </p:nvSpPr>
        <p:spPr>
          <a:xfrm>
            <a:off x="-1" y="-1884"/>
            <a:ext cx="12192001" cy="798154"/>
          </a:xfrm>
          <a:prstGeom prst="rect">
            <a:avLst/>
          </a:prstGeom>
          <a:solidFill>
            <a:srgbClr val="0139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zh-CN" altLang="en-US" sz="1350">
              <a:solidFill>
                <a:prstClr val="white"/>
              </a:solidFill>
              <a:latin typeface="Muli" panose="02000503000000000000" pitchFamily="2" charset="0"/>
              <a:ea typeface="微软雅黑" panose="020B0503020204020204" pitchFamily="34" charset="-122"/>
            </a:endParaRPr>
          </a:p>
        </p:txBody>
      </p:sp>
      <p:sp>
        <p:nvSpPr>
          <p:cNvPr id="6" name="文本占位符 16">
            <a:extLst>
              <a:ext uri="{FF2B5EF4-FFF2-40B4-BE49-F238E27FC236}">
                <a16:creationId xmlns:a16="http://schemas.microsoft.com/office/drawing/2014/main" id="{235FCAB1-E418-5152-0CD3-60AED1ACDF8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4114" y="97816"/>
            <a:ext cx="8332549" cy="590931"/>
          </a:xfrm>
        </p:spPr>
        <p:txBody>
          <a:bodyPr wrap="square">
            <a:spAutoFit/>
          </a:bodyPr>
          <a:lstStyle>
            <a:lvl1pPr marL="0" indent="0">
              <a:buFont typeface="+mj-ea"/>
              <a:buNone/>
              <a:defRPr sz="3600" b="1" baseline="0">
                <a:solidFill>
                  <a:schemeClr val="bg1"/>
                </a:solidFill>
                <a:latin typeface="Muli" panose="02000503000000000000" pitchFamily="2" charset="0"/>
                <a:ea typeface="微软雅黑" panose="020B0503020204020204" pitchFamily="34" charset="-122"/>
              </a:defRPr>
            </a:lvl1pPr>
            <a:lvl5pPr marL="1828800" indent="0">
              <a:buNone/>
              <a:defRPr/>
            </a:lvl5pPr>
          </a:lstStyle>
          <a:p>
            <a:pPr lvl="0"/>
            <a:r>
              <a:rPr lang="en-US" altLang="zh-CN"/>
              <a:t>1. Heading</a:t>
            </a:r>
            <a:endParaRPr lang="zh-CN" altLang="en-US"/>
          </a:p>
        </p:txBody>
      </p:sp>
      <p:grpSp>
        <p:nvGrpSpPr>
          <p:cNvPr id="7" name="群組 2">
            <a:extLst>
              <a:ext uri="{FF2B5EF4-FFF2-40B4-BE49-F238E27FC236}">
                <a16:creationId xmlns:a16="http://schemas.microsoft.com/office/drawing/2014/main" id="{E8E7B103-5F36-C21D-AD29-A025EE8379D6}"/>
              </a:ext>
            </a:extLst>
          </p:cNvPr>
          <p:cNvGrpSpPr/>
          <p:nvPr userDrawn="1"/>
        </p:nvGrpSpPr>
        <p:grpSpPr>
          <a:xfrm>
            <a:off x="9677400" y="103817"/>
            <a:ext cx="2378903" cy="578928"/>
            <a:chOff x="1247413" y="2227437"/>
            <a:chExt cx="9214016" cy="2242316"/>
          </a:xfrm>
        </p:grpSpPr>
        <p:grpSp>
          <p:nvGrpSpPr>
            <p:cNvPr id="8" name="群組 1">
              <a:extLst>
                <a:ext uri="{FF2B5EF4-FFF2-40B4-BE49-F238E27FC236}">
                  <a16:creationId xmlns:a16="http://schemas.microsoft.com/office/drawing/2014/main" id="{836EE0B5-F9E5-0DF8-DE4B-31E01EAB950E}"/>
                </a:ext>
              </a:extLst>
            </p:cNvPr>
            <p:cNvGrpSpPr/>
            <p:nvPr/>
          </p:nvGrpSpPr>
          <p:grpSpPr>
            <a:xfrm>
              <a:off x="1247413" y="2227437"/>
              <a:ext cx="1446351" cy="2242316"/>
              <a:chOff x="1247413" y="2227437"/>
              <a:chExt cx="1446351" cy="2242316"/>
            </a:xfrm>
          </p:grpSpPr>
          <p:sp>
            <p:nvSpPr>
              <p:cNvPr id="54" name="AutoShape 48">
                <a:extLst>
                  <a:ext uri="{FF2B5EF4-FFF2-40B4-BE49-F238E27FC236}">
                    <a16:creationId xmlns:a16="http://schemas.microsoft.com/office/drawing/2014/main" id="{92CEDA25-6F8E-28C6-ABDA-DBCF3E82AC74}"/>
                  </a:ext>
                </a:extLst>
              </p:cNvPr>
              <p:cNvSpPr>
                <a:spLocks noChangeAspect="1" noChangeArrowheads="1" noTextEdit="1"/>
              </p:cNvSpPr>
              <p:nvPr/>
            </p:nvSpPr>
            <p:spPr bwMode="auto">
              <a:xfrm>
                <a:off x="1247413" y="2227437"/>
                <a:ext cx="1446351" cy="22423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HK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HK" altLang="en-US"/>
              </a:p>
            </p:txBody>
          </p:sp>
          <p:sp>
            <p:nvSpPr>
              <p:cNvPr id="55" name="Freeform 50">
                <a:extLst>
                  <a:ext uri="{FF2B5EF4-FFF2-40B4-BE49-F238E27FC236}">
                    <a16:creationId xmlns:a16="http://schemas.microsoft.com/office/drawing/2014/main" id="{E1192D4B-B67A-15B7-F269-A32A9E87D3F0}"/>
                  </a:ext>
                </a:extLst>
              </p:cNvPr>
              <p:cNvSpPr/>
              <p:nvPr/>
            </p:nvSpPr>
            <p:spPr bwMode="auto">
              <a:xfrm>
                <a:off x="1568824" y="3195452"/>
                <a:ext cx="801637" cy="1274301"/>
              </a:xfrm>
              <a:custGeom>
                <a:avLst/>
                <a:gdLst>
                  <a:gd name="T0" fmla="*/ 979 w 979"/>
                  <a:gd name="T1" fmla="*/ 1556 h 1556"/>
                  <a:gd name="T2" fmla="*/ 659 w 979"/>
                  <a:gd name="T3" fmla="*/ 1022 h 1556"/>
                  <a:gd name="T4" fmla="*/ 649 w 979"/>
                  <a:gd name="T5" fmla="*/ 990 h 1556"/>
                  <a:gd name="T6" fmla="*/ 649 w 979"/>
                  <a:gd name="T7" fmla="*/ 978 h 1556"/>
                  <a:gd name="T8" fmla="*/ 649 w 979"/>
                  <a:gd name="T9" fmla="*/ 950 h 1556"/>
                  <a:gd name="T10" fmla="*/ 649 w 979"/>
                  <a:gd name="T11" fmla="*/ 0 h 1556"/>
                  <a:gd name="T12" fmla="*/ 528 w 979"/>
                  <a:gd name="T13" fmla="*/ 0 h 1556"/>
                  <a:gd name="T14" fmla="*/ 528 w 979"/>
                  <a:gd name="T15" fmla="*/ 991 h 1556"/>
                  <a:gd name="T16" fmla="*/ 528 w 979"/>
                  <a:gd name="T17" fmla="*/ 1021 h 1556"/>
                  <a:gd name="T18" fmla="*/ 740 w 979"/>
                  <a:gd name="T19" fmla="*/ 1375 h 1556"/>
                  <a:gd name="T20" fmla="*/ 240 w 979"/>
                  <a:gd name="T21" fmla="*/ 1375 h 1556"/>
                  <a:gd name="T22" fmla="*/ 452 w 979"/>
                  <a:gd name="T23" fmla="*/ 1021 h 1556"/>
                  <a:gd name="T24" fmla="*/ 452 w 979"/>
                  <a:gd name="T25" fmla="*/ 991 h 1556"/>
                  <a:gd name="T26" fmla="*/ 452 w 979"/>
                  <a:gd name="T27" fmla="*/ 0 h 1556"/>
                  <a:gd name="T28" fmla="*/ 331 w 979"/>
                  <a:gd name="T29" fmla="*/ 0 h 1556"/>
                  <a:gd name="T30" fmla="*/ 331 w 979"/>
                  <a:gd name="T31" fmla="*/ 950 h 1556"/>
                  <a:gd name="T32" fmla="*/ 331 w 979"/>
                  <a:gd name="T33" fmla="*/ 978 h 1556"/>
                  <a:gd name="T34" fmla="*/ 331 w 979"/>
                  <a:gd name="T35" fmla="*/ 990 h 1556"/>
                  <a:gd name="T36" fmla="*/ 321 w 979"/>
                  <a:gd name="T37" fmla="*/ 1022 h 1556"/>
                  <a:gd name="T38" fmla="*/ 0 w 979"/>
                  <a:gd name="T39" fmla="*/ 1556 h 1556"/>
                  <a:gd name="T40" fmla="*/ 979 w 979"/>
                  <a:gd name="T41" fmla="*/ 1556 h 15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979" h="1556">
                    <a:moveTo>
                      <a:pt x="979" y="1556"/>
                    </a:moveTo>
                    <a:cubicBezTo>
                      <a:pt x="659" y="1022"/>
                      <a:pt x="659" y="1022"/>
                      <a:pt x="659" y="1022"/>
                    </a:cubicBezTo>
                    <a:cubicBezTo>
                      <a:pt x="659" y="1022"/>
                      <a:pt x="649" y="1010"/>
                      <a:pt x="649" y="990"/>
                    </a:cubicBezTo>
                    <a:cubicBezTo>
                      <a:pt x="649" y="978"/>
                      <a:pt x="649" y="978"/>
                      <a:pt x="649" y="978"/>
                    </a:cubicBezTo>
                    <a:cubicBezTo>
                      <a:pt x="649" y="950"/>
                      <a:pt x="649" y="950"/>
                      <a:pt x="649" y="950"/>
                    </a:cubicBezTo>
                    <a:cubicBezTo>
                      <a:pt x="649" y="0"/>
                      <a:pt x="649" y="0"/>
                      <a:pt x="649" y="0"/>
                    </a:cubicBezTo>
                    <a:cubicBezTo>
                      <a:pt x="528" y="0"/>
                      <a:pt x="528" y="0"/>
                      <a:pt x="528" y="0"/>
                    </a:cubicBezTo>
                    <a:cubicBezTo>
                      <a:pt x="528" y="991"/>
                      <a:pt x="528" y="991"/>
                      <a:pt x="528" y="991"/>
                    </a:cubicBezTo>
                    <a:cubicBezTo>
                      <a:pt x="528" y="1021"/>
                      <a:pt x="528" y="1021"/>
                      <a:pt x="528" y="1021"/>
                    </a:cubicBezTo>
                    <a:cubicBezTo>
                      <a:pt x="538" y="1031"/>
                      <a:pt x="740" y="1375"/>
                      <a:pt x="740" y="1375"/>
                    </a:cubicBezTo>
                    <a:cubicBezTo>
                      <a:pt x="240" y="1375"/>
                      <a:pt x="240" y="1375"/>
                      <a:pt x="240" y="1375"/>
                    </a:cubicBezTo>
                    <a:cubicBezTo>
                      <a:pt x="240" y="1375"/>
                      <a:pt x="441" y="1031"/>
                      <a:pt x="452" y="1021"/>
                    </a:cubicBezTo>
                    <a:cubicBezTo>
                      <a:pt x="452" y="991"/>
                      <a:pt x="452" y="991"/>
                      <a:pt x="452" y="991"/>
                    </a:cubicBezTo>
                    <a:cubicBezTo>
                      <a:pt x="452" y="0"/>
                      <a:pt x="452" y="0"/>
                      <a:pt x="452" y="0"/>
                    </a:cubicBezTo>
                    <a:cubicBezTo>
                      <a:pt x="331" y="0"/>
                      <a:pt x="331" y="0"/>
                      <a:pt x="331" y="0"/>
                    </a:cubicBezTo>
                    <a:cubicBezTo>
                      <a:pt x="331" y="950"/>
                      <a:pt x="331" y="950"/>
                      <a:pt x="331" y="950"/>
                    </a:cubicBezTo>
                    <a:cubicBezTo>
                      <a:pt x="331" y="978"/>
                      <a:pt x="331" y="978"/>
                      <a:pt x="331" y="978"/>
                    </a:cubicBezTo>
                    <a:cubicBezTo>
                      <a:pt x="331" y="990"/>
                      <a:pt x="331" y="990"/>
                      <a:pt x="331" y="990"/>
                    </a:cubicBezTo>
                    <a:cubicBezTo>
                      <a:pt x="331" y="1010"/>
                      <a:pt x="321" y="1022"/>
                      <a:pt x="321" y="1022"/>
                    </a:cubicBezTo>
                    <a:cubicBezTo>
                      <a:pt x="0" y="1556"/>
                      <a:pt x="0" y="1556"/>
                      <a:pt x="0" y="1556"/>
                    </a:cubicBezTo>
                    <a:lnTo>
                      <a:pt x="979" y="1556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HK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HK" altLang="en-US">
                  <a:latin typeface="Muli" panose="02000503000000000000" pitchFamily="2" charset="0"/>
                </a:endParaRPr>
              </a:p>
            </p:txBody>
          </p:sp>
          <p:sp>
            <p:nvSpPr>
              <p:cNvPr id="56" name="Freeform 51">
                <a:extLst>
                  <a:ext uri="{FF2B5EF4-FFF2-40B4-BE49-F238E27FC236}">
                    <a16:creationId xmlns:a16="http://schemas.microsoft.com/office/drawing/2014/main" id="{879FFF97-DC8C-1B2F-317E-7E51C559CCB6}"/>
                  </a:ext>
                </a:extLst>
              </p:cNvPr>
              <p:cNvSpPr/>
              <p:nvPr/>
            </p:nvSpPr>
            <p:spPr bwMode="auto">
              <a:xfrm>
                <a:off x="1606637" y="2227437"/>
                <a:ext cx="731684" cy="400819"/>
              </a:xfrm>
              <a:custGeom>
                <a:avLst/>
                <a:gdLst>
                  <a:gd name="T0" fmla="*/ 834 w 894"/>
                  <a:gd name="T1" fmla="*/ 490 h 490"/>
                  <a:gd name="T2" fmla="*/ 679 w 894"/>
                  <a:gd name="T3" fmla="*/ 77 h 490"/>
                  <a:gd name="T4" fmla="*/ 430 w 894"/>
                  <a:gd name="T5" fmla="*/ 0 h 490"/>
                  <a:gd name="T6" fmla="*/ 198 w 894"/>
                  <a:gd name="T7" fmla="*/ 77 h 490"/>
                  <a:gd name="T8" fmla="*/ 51 w 894"/>
                  <a:gd name="T9" fmla="*/ 490 h 490"/>
                  <a:gd name="T10" fmla="*/ 834 w 894"/>
                  <a:gd name="T11" fmla="*/ 490 h 4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94" h="490">
                    <a:moveTo>
                      <a:pt x="834" y="490"/>
                    </a:moveTo>
                    <a:cubicBezTo>
                      <a:pt x="834" y="490"/>
                      <a:pt x="894" y="241"/>
                      <a:pt x="679" y="77"/>
                    </a:cubicBezTo>
                    <a:cubicBezTo>
                      <a:pt x="679" y="77"/>
                      <a:pt x="593" y="0"/>
                      <a:pt x="430" y="0"/>
                    </a:cubicBezTo>
                    <a:cubicBezTo>
                      <a:pt x="284" y="0"/>
                      <a:pt x="198" y="77"/>
                      <a:pt x="198" y="77"/>
                    </a:cubicBezTo>
                    <a:cubicBezTo>
                      <a:pt x="0" y="215"/>
                      <a:pt x="51" y="490"/>
                      <a:pt x="51" y="490"/>
                    </a:cubicBezTo>
                    <a:lnTo>
                      <a:pt x="834" y="49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HK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HK" altLang="en-US">
                  <a:latin typeface="Muli" panose="02000503000000000000" pitchFamily="2" charset="0"/>
                </a:endParaRPr>
              </a:p>
            </p:txBody>
          </p:sp>
          <p:sp>
            <p:nvSpPr>
              <p:cNvPr id="57" name="Freeform 52">
                <a:extLst>
                  <a:ext uri="{FF2B5EF4-FFF2-40B4-BE49-F238E27FC236}">
                    <a16:creationId xmlns:a16="http://schemas.microsoft.com/office/drawing/2014/main" id="{CD6E111C-471F-3586-1D10-4B447C7BF5FF}"/>
                  </a:ext>
                </a:extLst>
              </p:cNvPr>
              <p:cNvSpPr/>
              <p:nvPr/>
            </p:nvSpPr>
            <p:spPr bwMode="auto">
              <a:xfrm>
                <a:off x="1655794" y="2649054"/>
                <a:ext cx="627697" cy="35923"/>
              </a:xfrm>
              <a:custGeom>
                <a:avLst/>
                <a:gdLst>
                  <a:gd name="T0" fmla="*/ 14 w 765"/>
                  <a:gd name="T1" fmla="*/ 43 h 43"/>
                  <a:gd name="T2" fmla="*/ 750 w 765"/>
                  <a:gd name="T3" fmla="*/ 43 h 43"/>
                  <a:gd name="T4" fmla="*/ 765 w 765"/>
                  <a:gd name="T5" fmla="*/ 0 h 43"/>
                  <a:gd name="T6" fmla="*/ 0 w 765"/>
                  <a:gd name="T7" fmla="*/ 0 h 43"/>
                  <a:gd name="T8" fmla="*/ 14 w 765"/>
                  <a:gd name="T9" fmla="*/ 4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65" h="43">
                    <a:moveTo>
                      <a:pt x="14" y="43"/>
                    </a:moveTo>
                    <a:cubicBezTo>
                      <a:pt x="750" y="43"/>
                      <a:pt x="750" y="43"/>
                      <a:pt x="750" y="43"/>
                    </a:cubicBezTo>
                    <a:cubicBezTo>
                      <a:pt x="756" y="29"/>
                      <a:pt x="761" y="15"/>
                      <a:pt x="765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4" y="15"/>
                      <a:pt x="9" y="29"/>
                      <a:pt x="14" y="43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HK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HK" altLang="en-US">
                  <a:latin typeface="Muli" panose="02000503000000000000" pitchFamily="2" charset="0"/>
                </a:endParaRPr>
              </a:p>
            </p:txBody>
          </p:sp>
          <p:sp>
            <p:nvSpPr>
              <p:cNvPr id="58" name="Freeform 53">
                <a:extLst>
                  <a:ext uri="{FF2B5EF4-FFF2-40B4-BE49-F238E27FC236}">
                    <a16:creationId xmlns:a16="http://schemas.microsoft.com/office/drawing/2014/main" id="{341686B8-C5FA-4518-74BC-F3FE6CA6C205}"/>
                  </a:ext>
                </a:extLst>
              </p:cNvPr>
              <p:cNvSpPr/>
              <p:nvPr/>
            </p:nvSpPr>
            <p:spPr bwMode="auto">
              <a:xfrm>
                <a:off x="1678482" y="2705773"/>
                <a:ext cx="582321" cy="34032"/>
              </a:xfrm>
              <a:custGeom>
                <a:avLst/>
                <a:gdLst>
                  <a:gd name="T0" fmla="*/ 713 w 713"/>
                  <a:gd name="T1" fmla="*/ 0 h 43"/>
                  <a:gd name="T2" fmla="*/ 0 w 713"/>
                  <a:gd name="T3" fmla="*/ 0 h 43"/>
                  <a:gd name="T4" fmla="*/ 25 w 713"/>
                  <a:gd name="T5" fmla="*/ 43 h 43"/>
                  <a:gd name="T6" fmla="*/ 688 w 713"/>
                  <a:gd name="T7" fmla="*/ 43 h 43"/>
                  <a:gd name="T8" fmla="*/ 713 w 713"/>
                  <a:gd name="T9" fmla="*/ 0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3" h="43">
                    <a:moveTo>
                      <a:pt x="713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7" y="15"/>
                      <a:pt x="16" y="29"/>
                      <a:pt x="25" y="43"/>
                    </a:cubicBezTo>
                    <a:cubicBezTo>
                      <a:pt x="688" y="43"/>
                      <a:pt x="688" y="43"/>
                      <a:pt x="688" y="43"/>
                    </a:cubicBezTo>
                    <a:cubicBezTo>
                      <a:pt x="697" y="29"/>
                      <a:pt x="705" y="15"/>
                      <a:pt x="713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HK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HK" altLang="en-US">
                  <a:latin typeface="Muli" panose="02000503000000000000" pitchFamily="2" charset="0"/>
                </a:endParaRPr>
              </a:p>
            </p:txBody>
          </p:sp>
          <p:sp>
            <p:nvSpPr>
              <p:cNvPr id="59" name="Freeform 54">
                <a:extLst>
                  <a:ext uri="{FF2B5EF4-FFF2-40B4-BE49-F238E27FC236}">
                    <a16:creationId xmlns:a16="http://schemas.microsoft.com/office/drawing/2014/main" id="{059EE4AB-C412-0AD0-95ED-F4D5ED4616B6}"/>
                  </a:ext>
                </a:extLst>
              </p:cNvPr>
              <p:cNvSpPr/>
              <p:nvPr/>
            </p:nvSpPr>
            <p:spPr bwMode="auto">
              <a:xfrm>
                <a:off x="1712514" y="2762493"/>
                <a:ext cx="514258" cy="26469"/>
              </a:xfrm>
              <a:custGeom>
                <a:avLst/>
                <a:gdLst>
                  <a:gd name="T0" fmla="*/ 30 w 627"/>
                  <a:gd name="T1" fmla="*/ 34 h 34"/>
                  <a:gd name="T2" fmla="*/ 597 w 627"/>
                  <a:gd name="T3" fmla="*/ 34 h 34"/>
                  <a:gd name="T4" fmla="*/ 627 w 627"/>
                  <a:gd name="T5" fmla="*/ 0 h 34"/>
                  <a:gd name="T6" fmla="*/ 0 w 627"/>
                  <a:gd name="T7" fmla="*/ 0 h 34"/>
                  <a:gd name="T8" fmla="*/ 30 w 627"/>
                  <a:gd name="T9" fmla="*/ 34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7" h="34">
                    <a:moveTo>
                      <a:pt x="30" y="34"/>
                    </a:moveTo>
                    <a:cubicBezTo>
                      <a:pt x="597" y="34"/>
                      <a:pt x="597" y="34"/>
                      <a:pt x="597" y="34"/>
                    </a:cubicBezTo>
                    <a:cubicBezTo>
                      <a:pt x="608" y="23"/>
                      <a:pt x="618" y="12"/>
                      <a:pt x="627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9" y="12"/>
                      <a:pt x="19" y="23"/>
                      <a:pt x="30" y="34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HK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HK" altLang="en-US">
                  <a:latin typeface="Muli" panose="02000503000000000000" pitchFamily="2" charset="0"/>
                </a:endParaRPr>
              </a:p>
            </p:txBody>
          </p:sp>
          <p:sp>
            <p:nvSpPr>
              <p:cNvPr id="60" name="Freeform 55">
                <a:extLst>
                  <a:ext uri="{FF2B5EF4-FFF2-40B4-BE49-F238E27FC236}">
                    <a16:creationId xmlns:a16="http://schemas.microsoft.com/office/drawing/2014/main" id="{87D2ADD5-8573-7090-16EF-231F330F9EFD}"/>
                  </a:ext>
                </a:extLst>
              </p:cNvPr>
              <p:cNvSpPr/>
              <p:nvPr/>
            </p:nvSpPr>
            <p:spPr bwMode="auto">
              <a:xfrm>
                <a:off x="1759781" y="2811650"/>
                <a:ext cx="419725" cy="20798"/>
              </a:xfrm>
              <a:custGeom>
                <a:avLst/>
                <a:gdLst>
                  <a:gd name="T0" fmla="*/ 33 w 511"/>
                  <a:gd name="T1" fmla="*/ 26 h 26"/>
                  <a:gd name="T2" fmla="*/ 478 w 511"/>
                  <a:gd name="T3" fmla="*/ 26 h 26"/>
                  <a:gd name="T4" fmla="*/ 511 w 511"/>
                  <a:gd name="T5" fmla="*/ 0 h 26"/>
                  <a:gd name="T6" fmla="*/ 0 w 511"/>
                  <a:gd name="T7" fmla="*/ 0 h 26"/>
                  <a:gd name="T8" fmla="*/ 33 w 511"/>
                  <a:gd name="T9" fmla="*/ 26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11" h="26">
                    <a:moveTo>
                      <a:pt x="33" y="26"/>
                    </a:moveTo>
                    <a:cubicBezTo>
                      <a:pt x="478" y="26"/>
                      <a:pt x="478" y="26"/>
                      <a:pt x="478" y="26"/>
                    </a:cubicBezTo>
                    <a:cubicBezTo>
                      <a:pt x="489" y="18"/>
                      <a:pt x="501" y="9"/>
                      <a:pt x="511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0" y="9"/>
                      <a:pt x="22" y="18"/>
                      <a:pt x="33" y="26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HK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HK" altLang="en-US">
                  <a:latin typeface="Muli" panose="02000503000000000000" pitchFamily="2" charset="0"/>
                </a:endParaRPr>
              </a:p>
            </p:txBody>
          </p:sp>
          <p:sp>
            <p:nvSpPr>
              <p:cNvPr id="61" name="Freeform 56">
                <a:extLst>
                  <a:ext uri="{FF2B5EF4-FFF2-40B4-BE49-F238E27FC236}">
                    <a16:creationId xmlns:a16="http://schemas.microsoft.com/office/drawing/2014/main" id="{5B439225-6637-D21A-3D86-C211B2092405}"/>
                  </a:ext>
                </a:extLst>
              </p:cNvPr>
              <p:cNvSpPr/>
              <p:nvPr/>
            </p:nvSpPr>
            <p:spPr bwMode="auto">
              <a:xfrm>
                <a:off x="1839188" y="2860807"/>
                <a:ext cx="262802" cy="28360"/>
              </a:xfrm>
              <a:custGeom>
                <a:avLst/>
                <a:gdLst>
                  <a:gd name="T0" fmla="*/ 0 w 321"/>
                  <a:gd name="T1" fmla="*/ 0 h 35"/>
                  <a:gd name="T2" fmla="*/ 160 w 321"/>
                  <a:gd name="T3" fmla="*/ 35 h 35"/>
                  <a:gd name="T4" fmla="*/ 321 w 321"/>
                  <a:gd name="T5" fmla="*/ 0 h 35"/>
                  <a:gd name="T6" fmla="*/ 0 w 321"/>
                  <a:gd name="T7" fmla="*/ 0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21" h="35">
                    <a:moveTo>
                      <a:pt x="0" y="0"/>
                    </a:moveTo>
                    <a:cubicBezTo>
                      <a:pt x="49" y="22"/>
                      <a:pt x="103" y="35"/>
                      <a:pt x="160" y="35"/>
                    </a:cubicBezTo>
                    <a:cubicBezTo>
                      <a:pt x="218" y="35"/>
                      <a:pt x="272" y="22"/>
                      <a:pt x="321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HK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HK" altLang="en-US">
                  <a:latin typeface="Muli" panose="02000503000000000000" pitchFamily="2" charset="0"/>
                </a:endParaRPr>
              </a:p>
            </p:txBody>
          </p:sp>
          <p:sp>
            <p:nvSpPr>
              <p:cNvPr id="62" name="Freeform 57">
                <a:extLst>
                  <a:ext uri="{FF2B5EF4-FFF2-40B4-BE49-F238E27FC236}">
                    <a16:creationId xmlns:a16="http://schemas.microsoft.com/office/drawing/2014/main" id="{B5E57282-3331-3DF7-60AA-1C39C19C9CE0}"/>
                  </a:ext>
                </a:extLst>
              </p:cNvPr>
              <p:cNvSpPr/>
              <p:nvPr/>
            </p:nvSpPr>
            <p:spPr bwMode="auto">
              <a:xfrm>
                <a:off x="1247413" y="2904291"/>
                <a:ext cx="1446351" cy="249566"/>
              </a:xfrm>
              <a:custGeom>
                <a:avLst/>
                <a:gdLst>
                  <a:gd name="T0" fmla="*/ 1647 w 1767"/>
                  <a:gd name="T1" fmla="*/ 0 h 304"/>
                  <a:gd name="T2" fmla="*/ 1044 w 1767"/>
                  <a:gd name="T3" fmla="*/ 0 h 304"/>
                  <a:gd name="T4" fmla="*/ 944 w 1767"/>
                  <a:gd name="T5" fmla="*/ 30 h 304"/>
                  <a:gd name="T6" fmla="*/ 884 w 1767"/>
                  <a:gd name="T7" fmla="*/ 111 h 304"/>
                  <a:gd name="T8" fmla="*/ 884 w 1767"/>
                  <a:gd name="T9" fmla="*/ 111 h 304"/>
                  <a:gd name="T10" fmla="*/ 824 w 1767"/>
                  <a:gd name="T11" fmla="*/ 30 h 304"/>
                  <a:gd name="T12" fmla="*/ 723 w 1767"/>
                  <a:gd name="T13" fmla="*/ 0 h 304"/>
                  <a:gd name="T14" fmla="*/ 121 w 1767"/>
                  <a:gd name="T15" fmla="*/ 0 h 304"/>
                  <a:gd name="T16" fmla="*/ 0 w 1767"/>
                  <a:gd name="T17" fmla="*/ 193 h 304"/>
                  <a:gd name="T18" fmla="*/ 552 w 1767"/>
                  <a:gd name="T19" fmla="*/ 193 h 304"/>
                  <a:gd name="T20" fmla="*/ 579 w 1767"/>
                  <a:gd name="T21" fmla="*/ 194 h 304"/>
                  <a:gd name="T22" fmla="*/ 653 w 1767"/>
                  <a:gd name="T23" fmla="*/ 227 h 304"/>
                  <a:gd name="T24" fmla="*/ 715 w 1767"/>
                  <a:gd name="T25" fmla="*/ 282 h 304"/>
                  <a:gd name="T26" fmla="*/ 733 w 1767"/>
                  <a:gd name="T27" fmla="*/ 304 h 304"/>
                  <a:gd name="T28" fmla="*/ 869 w 1767"/>
                  <a:gd name="T29" fmla="*/ 304 h 304"/>
                  <a:gd name="T30" fmla="*/ 884 w 1767"/>
                  <a:gd name="T31" fmla="*/ 304 h 304"/>
                  <a:gd name="T32" fmla="*/ 884 w 1767"/>
                  <a:gd name="T33" fmla="*/ 304 h 304"/>
                  <a:gd name="T34" fmla="*/ 931 w 1767"/>
                  <a:gd name="T35" fmla="*/ 304 h 304"/>
                  <a:gd name="T36" fmla="*/ 1034 w 1767"/>
                  <a:gd name="T37" fmla="*/ 304 h 304"/>
                  <a:gd name="T38" fmla="*/ 1052 w 1767"/>
                  <a:gd name="T39" fmla="*/ 282 h 304"/>
                  <a:gd name="T40" fmla="*/ 1115 w 1767"/>
                  <a:gd name="T41" fmla="*/ 227 h 304"/>
                  <a:gd name="T42" fmla="*/ 1189 w 1767"/>
                  <a:gd name="T43" fmla="*/ 194 h 304"/>
                  <a:gd name="T44" fmla="*/ 1216 w 1767"/>
                  <a:gd name="T45" fmla="*/ 193 h 304"/>
                  <a:gd name="T46" fmla="*/ 1767 w 1767"/>
                  <a:gd name="T47" fmla="*/ 193 h 304"/>
                  <a:gd name="T48" fmla="*/ 1647 w 1767"/>
                  <a:gd name="T49" fmla="*/ 0 h 3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767" h="304">
                    <a:moveTo>
                      <a:pt x="1647" y="0"/>
                    </a:moveTo>
                    <a:cubicBezTo>
                      <a:pt x="1044" y="0"/>
                      <a:pt x="1044" y="0"/>
                      <a:pt x="1044" y="0"/>
                    </a:cubicBezTo>
                    <a:cubicBezTo>
                      <a:pt x="1044" y="0"/>
                      <a:pt x="989" y="0"/>
                      <a:pt x="944" y="30"/>
                    </a:cubicBezTo>
                    <a:cubicBezTo>
                      <a:pt x="910" y="54"/>
                      <a:pt x="885" y="109"/>
                      <a:pt x="884" y="111"/>
                    </a:cubicBezTo>
                    <a:cubicBezTo>
                      <a:pt x="884" y="111"/>
                      <a:pt x="884" y="111"/>
                      <a:pt x="884" y="111"/>
                    </a:cubicBezTo>
                    <a:cubicBezTo>
                      <a:pt x="883" y="109"/>
                      <a:pt x="858" y="54"/>
                      <a:pt x="824" y="30"/>
                    </a:cubicBezTo>
                    <a:cubicBezTo>
                      <a:pt x="779" y="0"/>
                      <a:pt x="723" y="0"/>
                      <a:pt x="723" y="0"/>
                    </a:cubicBezTo>
                    <a:cubicBezTo>
                      <a:pt x="121" y="0"/>
                      <a:pt x="121" y="0"/>
                      <a:pt x="121" y="0"/>
                    </a:cubicBezTo>
                    <a:cubicBezTo>
                      <a:pt x="0" y="193"/>
                      <a:pt x="0" y="193"/>
                      <a:pt x="0" y="193"/>
                    </a:cubicBezTo>
                    <a:cubicBezTo>
                      <a:pt x="552" y="193"/>
                      <a:pt x="552" y="193"/>
                      <a:pt x="552" y="193"/>
                    </a:cubicBezTo>
                    <a:cubicBezTo>
                      <a:pt x="552" y="193"/>
                      <a:pt x="569" y="193"/>
                      <a:pt x="579" y="194"/>
                    </a:cubicBezTo>
                    <a:cubicBezTo>
                      <a:pt x="595" y="197"/>
                      <a:pt x="623" y="206"/>
                      <a:pt x="653" y="227"/>
                    </a:cubicBezTo>
                    <a:cubicBezTo>
                      <a:pt x="694" y="257"/>
                      <a:pt x="705" y="272"/>
                      <a:pt x="715" y="282"/>
                    </a:cubicBezTo>
                    <a:cubicBezTo>
                      <a:pt x="720" y="287"/>
                      <a:pt x="733" y="304"/>
                      <a:pt x="733" y="304"/>
                    </a:cubicBezTo>
                    <a:cubicBezTo>
                      <a:pt x="869" y="304"/>
                      <a:pt x="869" y="304"/>
                      <a:pt x="869" y="304"/>
                    </a:cubicBezTo>
                    <a:cubicBezTo>
                      <a:pt x="884" y="304"/>
                      <a:pt x="884" y="304"/>
                      <a:pt x="884" y="304"/>
                    </a:cubicBezTo>
                    <a:cubicBezTo>
                      <a:pt x="884" y="304"/>
                      <a:pt x="884" y="304"/>
                      <a:pt x="884" y="304"/>
                    </a:cubicBezTo>
                    <a:cubicBezTo>
                      <a:pt x="931" y="304"/>
                      <a:pt x="931" y="304"/>
                      <a:pt x="931" y="304"/>
                    </a:cubicBezTo>
                    <a:cubicBezTo>
                      <a:pt x="1034" y="304"/>
                      <a:pt x="1034" y="304"/>
                      <a:pt x="1034" y="304"/>
                    </a:cubicBezTo>
                    <a:cubicBezTo>
                      <a:pt x="1034" y="304"/>
                      <a:pt x="1047" y="287"/>
                      <a:pt x="1052" y="282"/>
                    </a:cubicBezTo>
                    <a:cubicBezTo>
                      <a:pt x="1062" y="272"/>
                      <a:pt x="1074" y="257"/>
                      <a:pt x="1115" y="227"/>
                    </a:cubicBezTo>
                    <a:cubicBezTo>
                      <a:pt x="1144" y="206"/>
                      <a:pt x="1173" y="197"/>
                      <a:pt x="1189" y="194"/>
                    </a:cubicBezTo>
                    <a:cubicBezTo>
                      <a:pt x="1199" y="193"/>
                      <a:pt x="1216" y="193"/>
                      <a:pt x="1216" y="193"/>
                    </a:cubicBezTo>
                    <a:cubicBezTo>
                      <a:pt x="1767" y="193"/>
                      <a:pt x="1767" y="193"/>
                      <a:pt x="1767" y="193"/>
                    </a:cubicBezTo>
                    <a:lnTo>
                      <a:pt x="1647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HK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HK" altLang="en-US">
                  <a:latin typeface="Muli" panose="02000503000000000000" pitchFamily="2" charset="0"/>
                </a:endParaRPr>
              </a:p>
            </p:txBody>
          </p:sp>
          <p:sp>
            <p:nvSpPr>
              <p:cNvPr id="63" name="Freeform 58">
                <a:extLst>
                  <a:ext uri="{FF2B5EF4-FFF2-40B4-BE49-F238E27FC236}">
                    <a16:creationId xmlns:a16="http://schemas.microsoft.com/office/drawing/2014/main" id="{CFBED7AF-8D09-7086-F6B2-ED32B4A335A6}"/>
                  </a:ext>
                </a:extLst>
              </p:cNvPr>
              <p:cNvSpPr/>
              <p:nvPr/>
            </p:nvSpPr>
            <p:spPr bwMode="auto">
              <a:xfrm>
                <a:off x="1296570" y="3110373"/>
                <a:ext cx="345990" cy="1191112"/>
              </a:xfrm>
              <a:custGeom>
                <a:avLst/>
                <a:gdLst>
                  <a:gd name="T0" fmla="*/ 0 w 422"/>
                  <a:gd name="T1" fmla="*/ 0 h 1456"/>
                  <a:gd name="T2" fmla="*/ 0 w 422"/>
                  <a:gd name="T3" fmla="*/ 904 h 1456"/>
                  <a:gd name="T4" fmla="*/ 0 w 422"/>
                  <a:gd name="T5" fmla="*/ 916 h 1456"/>
                  <a:gd name="T6" fmla="*/ 1 w 422"/>
                  <a:gd name="T7" fmla="*/ 943 h 1456"/>
                  <a:gd name="T8" fmla="*/ 98 w 422"/>
                  <a:gd name="T9" fmla="*/ 1206 h 1456"/>
                  <a:gd name="T10" fmla="*/ 347 w 422"/>
                  <a:gd name="T11" fmla="*/ 1456 h 1456"/>
                  <a:gd name="T12" fmla="*/ 422 w 422"/>
                  <a:gd name="T13" fmla="*/ 1336 h 1456"/>
                  <a:gd name="T14" fmla="*/ 238 w 422"/>
                  <a:gd name="T15" fmla="*/ 1156 h 1456"/>
                  <a:gd name="T16" fmla="*/ 194 w 422"/>
                  <a:gd name="T17" fmla="*/ 1084 h 1456"/>
                  <a:gd name="T18" fmla="*/ 169 w 422"/>
                  <a:gd name="T19" fmla="*/ 1025 h 1456"/>
                  <a:gd name="T20" fmla="*/ 157 w 422"/>
                  <a:gd name="T21" fmla="*/ 987 h 1456"/>
                  <a:gd name="T22" fmla="*/ 150 w 422"/>
                  <a:gd name="T23" fmla="*/ 941 h 1456"/>
                  <a:gd name="T24" fmla="*/ 149 w 422"/>
                  <a:gd name="T25" fmla="*/ 913 h 1456"/>
                  <a:gd name="T26" fmla="*/ 149 w 422"/>
                  <a:gd name="T27" fmla="*/ 909 h 1456"/>
                  <a:gd name="T28" fmla="*/ 149 w 422"/>
                  <a:gd name="T29" fmla="*/ 0 h 1456"/>
                  <a:gd name="T30" fmla="*/ 0 w 422"/>
                  <a:gd name="T31" fmla="*/ 0 h 14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422" h="1456">
                    <a:moveTo>
                      <a:pt x="0" y="0"/>
                    </a:moveTo>
                    <a:cubicBezTo>
                      <a:pt x="0" y="904"/>
                      <a:pt x="0" y="904"/>
                      <a:pt x="0" y="904"/>
                    </a:cubicBezTo>
                    <a:cubicBezTo>
                      <a:pt x="0" y="904"/>
                      <a:pt x="0" y="913"/>
                      <a:pt x="0" y="916"/>
                    </a:cubicBezTo>
                    <a:cubicBezTo>
                      <a:pt x="0" y="926"/>
                      <a:pt x="1" y="935"/>
                      <a:pt x="1" y="943"/>
                    </a:cubicBezTo>
                    <a:cubicBezTo>
                      <a:pt x="11" y="1040"/>
                      <a:pt x="42" y="1111"/>
                      <a:pt x="98" y="1206"/>
                    </a:cubicBezTo>
                    <a:cubicBezTo>
                      <a:pt x="186" y="1353"/>
                      <a:pt x="347" y="1456"/>
                      <a:pt x="347" y="1456"/>
                    </a:cubicBezTo>
                    <a:cubicBezTo>
                      <a:pt x="422" y="1336"/>
                      <a:pt x="422" y="1336"/>
                      <a:pt x="422" y="1336"/>
                    </a:cubicBezTo>
                    <a:cubicBezTo>
                      <a:pt x="422" y="1336"/>
                      <a:pt x="320" y="1281"/>
                      <a:pt x="238" y="1156"/>
                    </a:cubicBezTo>
                    <a:cubicBezTo>
                      <a:pt x="221" y="1130"/>
                      <a:pt x="205" y="1107"/>
                      <a:pt x="194" y="1084"/>
                    </a:cubicBezTo>
                    <a:cubicBezTo>
                      <a:pt x="183" y="1062"/>
                      <a:pt x="175" y="1044"/>
                      <a:pt x="169" y="1025"/>
                    </a:cubicBezTo>
                    <a:cubicBezTo>
                      <a:pt x="164" y="1011"/>
                      <a:pt x="160" y="998"/>
                      <a:pt x="157" y="987"/>
                    </a:cubicBezTo>
                    <a:cubicBezTo>
                      <a:pt x="153" y="970"/>
                      <a:pt x="151" y="957"/>
                      <a:pt x="150" y="941"/>
                    </a:cubicBezTo>
                    <a:cubicBezTo>
                      <a:pt x="150" y="936"/>
                      <a:pt x="149" y="913"/>
                      <a:pt x="149" y="913"/>
                    </a:cubicBezTo>
                    <a:cubicBezTo>
                      <a:pt x="149" y="909"/>
                      <a:pt x="149" y="909"/>
                      <a:pt x="149" y="909"/>
                    </a:cubicBezTo>
                    <a:cubicBezTo>
                      <a:pt x="149" y="0"/>
                      <a:pt x="149" y="0"/>
                      <a:pt x="149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HK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HK" altLang="en-US">
                  <a:latin typeface="Muli" panose="02000503000000000000" pitchFamily="2" charset="0"/>
                </a:endParaRPr>
              </a:p>
            </p:txBody>
          </p:sp>
          <p:sp>
            <p:nvSpPr>
              <p:cNvPr id="64" name="Freeform 59">
                <a:extLst>
                  <a:ext uri="{FF2B5EF4-FFF2-40B4-BE49-F238E27FC236}">
                    <a16:creationId xmlns:a16="http://schemas.microsoft.com/office/drawing/2014/main" id="{A1F43BDC-C3D9-5E0B-2C66-0649B66DF5A1}"/>
                  </a:ext>
                </a:extLst>
              </p:cNvPr>
              <p:cNvSpPr/>
              <p:nvPr/>
            </p:nvSpPr>
            <p:spPr bwMode="auto">
              <a:xfrm>
                <a:off x="1483745" y="3110373"/>
                <a:ext cx="255239" cy="1032297"/>
              </a:xfrm>
              <a:custGeom>
                <a:avLst/>
                <a:gdLst>
                  <a:gd name="T0" fmla="*/ 0 w 312"/>
                  <a:gd name="T1" fmla="*/ 0 h 1262"/>
                  <a:gd name="T2" fmla="*/ 0 w 312"/>
                  <a:gd name="T3" fmla="*/ 913 h 1262"/>
                  <a:gd name="T4" fmla="*/ 1 w 312"/>
                  <a:gd name="T5" fmla="*/ 920 h 1262"/>
                  <a:gd name="T6" fmla="*/ 2 w 312"/>
                  <a:gd name="T7" fmla="*/ 937 h 1262"/>
                  <a:gd name="T8" fmla="*/ 4 w 312"/>
                  <a:gd name="T9" fmla="*/ 946 h 1262"/>
                  <a:gd name="T10" fmla="*/ 16 w 312"/>
                  <a:gd name="T11" fmla="*/ 992 h 1262"/>
                  <a:gd name="T12" fmla="*/ 71 w 312"/>
                  <a:gd name="T13" fmla="*/ 1102 h 1262"/>
                  <a:gd name="T14" fmla="*/ 237 w 312"/>
                  <a:gd name="T15" fmla="*/ 1262 h 1262"/>
                  <a:gd name="T16" fmla="*/ 312 w 312"/>
                  <a:gd name="T17" fmla="*/ 1144 h 1262"/>
                  <a:gd name="T18" fmla="*/ 257 w 312"/>
                  <a:gd name="T19" fmla="*/ 1101 h 1262"/>
                  <a:gd name="T20" fmla="*/ 192 w 312"/>
                  <a:gd name="T21" fmla="*/ 1026 h 1262"/>
                  <a:gd name="T22" fmla="*/ 153 w 312"/>
                  <a:gd name="T23" fmla="*/ 940 h 1262"/>
                  <a:gd name="T24" fmla="*/ 145 w 312"/>
                  <a:gd name="T25" fmla="*/ 894 h 1262"/>
                  <a:gd name="T26" fmla="*/ 145 w 312"/>
                  <a:gd name="T27" fmla="*/ 881 h 1262"/>
                  <a:gd name="T28" fmla="*/ 145 w 312"/>
                  <a:gd name="T29" fmla="*/ 0 h 1262"/>
                  <a:gd name="T30" fmla="*/ 0 w 312"/>
                  <a:gd name="T31" fmla="*/ 0 h 12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12" h="1262">
                    <a:moveTo>
                      <a:pt x="0" y="0"/>
                    </a:moveTo>
                    <a:cubicBezTo>
                      <a:pt x="0" y="913"/>
                      <a:pt x="0" y="913"/>
                      <a:pt x="0" y="913"/>
                    </a:cubicBezTo>
                    <a:cubicBezTo>
                      <a:pt x="0" y="913"/>
                      <a:pt x="1" y="917"/>
                      <a:pt x="1" y="920"/>
                    </a:cubicBezTo>
                    <a:cubicBezTo>
                      <a:pt x="1" y="925"/>
                      <a:pt x="2" y="932"/>
                      <a:pt x="2" y="937"/>
                    </a:cubicBezTo>
                    <a:cubicBezTo>
                      <a:pt x="3" y="940"/>
                      <a:pt x="4" y="944"/>
                      <a:pt x="4" y="946"/>
                    </a:cubicBezTo>
                    <a:cubicBezTo>
                      <a:pt x="7" y="961"/>
                      <a:pt x="10" y="973"/>
                      <a:pt x="16" y="992"/>
                    </a:cubicBezTo>
                    <a:cubicBezTo>
                      <a:pt x="27" y="1023"/>
                      <a:pt x="45" y="1060"/>
                      <a:pt x="71" y="1102"/>
                    </a:cubicBezTo>
                    <a:cubicBezTo>
                      <a:pt x="139" y="1212"/>
                      <a:pt x="237" y="1262"/>
                      <a:pt x="237" y="1262"/>
                    </a:cubicBezTo>
                    <a:cubicBezTo>
                      <a:pt x="312" y="1144"/>
                      <a:pt x="312" y="1144"/>
                      <a:pt x="312" y="1144"/>
                    </a:cubicBezTo>
                    <a:cubicBezTo>
                      <a:pt x="312" y="1144"/>
                      <a:pt x="287" y="1130"/>
                      <a:pt x="257" y="1101"/>
                    </a:cubicBezTo>
                    <a:cubicBezTo>
                      <a:pt x="237" y="1082"/>
                      <a:pt x="213" y="1056"/>
                      <a:pt x="192" y="1026"/>
                    </a:cubicBezTo>
                    <a:cubicBezTo>
                      <a:pt x="172" y="995"/>
                      <a:pt x="160" y="963"/>
                      <a:pt x="153" y="940"/>
                    </a:cubicBezTo>
                    <a:cubicBezTo>
                      <a:pt x="147" y="920"/>
                      <a:pt x="146" y="904"/>
                      <a:pt x="145" y="894"/>
                    </a:cubicBezTo>
                    <a:cubicBezTo>
                      <a:pt x="145" y="885"/>
                      <a:pt x="145" y="881"/>
                      <a:pt x="145" y="881"/>
                    </a:cubicBezTo>
                    <a:cubicBezTo>
                      <a:pt x="145" y="0"/>
                      <a:pt x="145" y="0"/>
                      <a:pt x="145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HK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HK" altLang="en-US">
                  <a:latin typeface="Muli" panose="02000503000000000000" pitchFamily="2" charset="0"/>
                </a:endParaRPr>
              </a:p>
            </p:txBody>
          </p:sp>
          <p:sp>
            <p:nvSpPr>
              <p:cNvPr id="65" name="Freeform 60">
                <a:extLst>
                  <a:ext uri="{FF2B5EF4-FFF2-40B4-BE49-F238E27FC236}">
                    <a16:creationId xmlns:a16="http://schemas.microsoft.com/office/drawing/2014/main" id="{21DC0EEE-41D7-8E09-5EDE-70EA82ADF0B2}"/>
                  </a:ext>
                </a:extLst>
              </p:cNvPr>
              <p:cNvSpPr/>
              <p:nvPr/>
            </p:nvSpPr>
            <p:spPr bwMode="auto">
              <a:xfrm>
                <a:off x="2296727" y="3110373"/>
                <a:ext cx="347880" cy="1191112"/>
              </a:xfrm>
              <a:custGeom>
                <a:avLst/>
                <a:gdLst>
                  <a:gd name="T0" fmla="*/ 423 w 423"/>
                  <a:gd name="T1" fmla="*/ 0 h 1456"/>
                  <a:gd name="T2" fmla="*/ 423 w 423"/>
                  <a:gd name="T3" fmla="*/ 904 h 1456"/>
                  <a:gd name="T4" fmla="*/ 423 w 423"/>
                  <a:gd name="T5" fmla="*/ 916 h 1456"/>
                  <a:gd name="T6" fmla="*/ 421 w 423"/>
                  <a:gd name="T7" fmla="*/ 943 h 1456"/>
                  <a:gd name="T8" fmla="*/ 325 w 423"/>
                  <a:gd name="T9" fmla="*/ 1206 h 1456"/>
                  <a:gd name="T10" fmla="*/ 76 w 423"/>
                  <a:gd name="T11" fmla="*/ 1456 h 1456"/>
                  <a:gd name="T12" fmla="*/ 0 w 423"/>
                  <a:gd name="T13" fmla="*/ 1336 h 1456"/>
                  <a:gd name="T14" fmla="*/ 185 w 423"/>
                  <a:gd name="T15" fmla="*/ 1156 h 1456"/>
                  <a:gd name="T16" fmla="*/ 229 w 423"/>
                  <a:gd name="T17" fmla="*/ 1084 h 1456"/>
                  <a:gd name="T18" fmla="*/ 254 w 423"/>
                  <a:gd name="T19" fmla="*/ 1025 h 1456"/>
                  <a:gd name="T20" fmla="*/ 265 w 423"/>
                  <a:gd name="T21" fmla="*/ 987 h 1456"/>
                  <a:gd name="T22" fmla="*/ 272 w 423"/>
                  <a:gd name="T23" fmla="*/ 941 h 1456"/>
                  <a:gd name="T24" fmla="*/ 273 w 423"/>
                  <a:gd name="T25" fmla="*/ 913 h 1456"/>
                  <a:gd name="T26" fmla="*/ 273 w 423"/>
                  <a:gd name="T27" fmla="*/ 909 h 1456"/>
                  <a:gd name="T28" fmla="*/ 273 w 423"/>
                  <a:gd name="T29" fmla="*/ 0 h 1456"/>
                  <a:gd name="T30" fmla="*/ 423 w 423"/>
                  <a:gd name="T31" fmla="*/ 0 h 14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423" h="1456">
                    <a:moveTo>
                      <a:pt x="423" y="0"/>
                    </a:moveTo>
                    <a:cubicBezTo>
                      <a:pt x="423" y="904"/>
                      <a:pt x="423" y="904"/>
                      <a:pt x="423" y="904"/>
                    </a:cubicBezTo>
                    <a:cubicBezTo>
                      <a:pt x="423" y="904"/>
                      <a:pt x="423" y="913"/>
                      <a:pt x="423" y="916"/>
                    </a:cubicBezTo>
                    <a:cubicBezTo>
                      <a:pt x="423" y="926"/>
                      <a:pt x="422" y="935"/>
                      <a:pt x="421" y="943"/>
                    </a:cubicBezTo>
                    <a:cubicBezTo>
                      <a:pt x="411" y="1040"/>
                      <a:pt x="381" y="1111"/>
                      <a:pt x="325" y="1206"/>
                    </a:cubicBezTo>
                    <a:cubicBezTo>
                      <a:pt x="236" y="1353"/>
                      <a:pt x="76" y="1456"/>
                      <a:pt x="76" y="1456"/>
                    </a:cubicBezTo>
                    <a:cubicBezTo>
                      <a:pt x="0" y="1336"/>
                      <a:pt x="0" y="1336"/>
                      <a:pt x="0" y="1336"/>
                    </a:cubicBezTo>
                    <a:cubicBezTo>
                      <a:pt x="0" y="1336"/>
                      <a:pt x="103" y="1281"/>
                      <a:pt x="185" y="1156"/>
                    </a:cubicBezTo>
                    <a:cubicBezTo>
                      <a:pt x="202" y="1130"/>
                      <a:pt x="218" y="1107"/>
                      <a:pt x="229" y="1084"/>
                    </a:cubicBezTo>
                    <a:cubicBezTo>
                      <a:pt x="240" y="1062"/>
                      <a:pt x="248" y="1044"/>
                      <a:pt x="254" y="1025"/>
                    </a:cubicBezTo>
                    <a:cubicBezTo>
                      <a:pt x="259" y="1011"/>
                      <a:pt x="263" y="998"/>
                      <a:pt x="265" y="987"/>
                    </a:cubicBezTo>
                    <a:cubicBezTo>
                      <a:pt x="270" y="970"/>
                      <a:pt x="271" y="957"/>
                      <a:pt x="272" y="941"/>
                    </a:cubicBezTo>
                    <a:cubicBezTo>
                      <a:pt x="273" y="936"/>
                      <a:pt x="273" y="913"/>
                      <a:pt x="273" y="913"/>
                    </a:cubicBezTo>
                    <a:cubicBezTo>
                      <a:pt x="273" y="909"/>
                      <a:pt x="273" y="909"/>
                      <a:pt x="273" y="909"/>
                    </a:cubicBezTo>
                    <a:cubicBezTo>
                      <a:pt x="273" y="0"/>
                      <a:pt x="273" y="0"/>
                      <a:pt x="273" y="0"/>
                    </a:cubicBezTo>
                    <a:lnTo>
                      <a:pt x="423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HK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HK" altLang="en-US">
                  <a:latin typeface="Muli" panose="02000503000000000000" pitchFamily="2" charset="0"/>
                </a:endParaRPr>
              </a:p>
            </p:txBody>
          </p:sp>
          <p:sp>
            <p:nvSpPr>
              <p:cNvPr id="66" name="Freeform 61">
                <a:extLst>
                  <a:ext uri="{FF2B5EF4-FFF2-40B4-BE49-F238E27FC236}">
                    <a16:creationId xmlns:a16="http://schemas.microsoft.com/office/drawing/2014/main" id="{7D070F9A-A015-08B4-C71A-233C64629FB1}"/>
                  </a:ext>
                </a:extLst>
              </p:cNvPr>
              <p:cNvSpPr/>
              <p:nvPr/>
            </p:nvSpPr>
            <p:spPr bwMode="auto">
              <a:xfrm>
                <a:off x="2200303" y="3110373"/>
                <a:ext cx="255239" cy="1032297"/>
              </a:xfrm>
              <a:custGeom>
                <a:avLst/>
                <a:gdLst>
                  <a:gd name="T0" fmla="*/ 311 w 311"/>
                  <a:gd name="T1" fmla="*/ 0 h 1262"/>
                  <a:gd name="T2" fmla="*/ 311 w 311"/>
                  <a:gd name="T3" fmla="*/ 913 h 1262"/>
                  <a:gd name="T4" fmla="*/ 311 w 311"/>
                  <a:gd name="T5" fmla="*/ 920 h 1262"/>
                  <a:gd name="T6" fmla="*/ 309 w 311"/>
                  <a:gd name="T7" fmla="*/ 937 h 1262"/>
                  <a:gd name="T8" fmla="*/ 308 w 311"/>
                  <a:gd name="T9" fmla="*/ 946 h 1262"/>
                  <a:gd name="T10" fmla="*/ 295 w 311"/>
                  <a:gd name="T11" fmla="*/ 992 h 1262"/>
                  <a:gd name="T12" fmla="*/ 241 w 311"/>
                  <a:gd name="T13" fmla="*/ 1102 h 1262"/>
                  <a:gd name="T14" fmla="*/ 75 w 311"/>
                  <a:gd name="T15" fmla="*/ 1262 h 1262"/>
                  <a:gd name="T16" fmla="*/ 0 w 311"/>
                  <a:gd name="T17" fmla="*/ 1144 h 1262"/>
                  <a:gd name="T18" fmla="*/ 55 w 311"/>
                  <a:gd name="T19" fmla="*/ 1101 h 1262"/>
                  <a:gd name="T20" fmla="*/ 120 w 311"/>
                  <a:gd name="T21" fmla="*/ 1026 h 1262"/>
                  <a:gd name="T22" fmla="*/ 159 w 311"/>
                  <a:gd name="T23" fmla="*/ 940 h 1262"/>
                  <a:gd name="T24" fmla="*/ 166 w 311"/>
                  <a:gd name="T25" fmla="*/ 894 h 1262"/>
                  <a:gd name="T26" fmla="*/ 166 w 311"/>
                  <a:gd name="T27" fmla="*/ 881 h 1262"/>
                  <a:gd name="T28" fmla="*/ 166 w 311"/>
                  <a:gd name="T29" fmla="*/ 0 h 1262"/>
                  <a:gd name="T30" fmla="*/ 311 w 311"/>
                  <a:gd name="T31" fmla="*/ 0 h 12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11" h="1262">
                    <a:moveTo>
                      <a:pt x="311" y="0"/>
                    </a:moveTo>
                    <a:cubicBezTo>
                      <a:pt x="311" y="913"/>
                      <a:pt x="311" y="913"/>
                      <a:pt x="311" y="913"/>
                    </a:cubicBezTo>
                    <a:cubicBezTo>
                      <a:pt x="311" y="913"/>
                      <a:pt x="311" y="917"/>
                      <a:pt x="311" y="920"/>
                    </a:cubicBezTo>
                    <a:cubicBezTo>
                      <a:pt x="310" y="925"/>
                      <a:pt x="310" y="932"/>
                      <a:pt x="309" y="937"/>
                    </a:cubicBezTo>
                    <a:cubicBezTo>
                      <a:pt x="309" y="940"/>
                      <a:pt x="308" y="944"/>
                      <a:pt x="308" y="946"/>
                    </a:cubicBezTo>
                    <a:cubicBezTo>
                      <a:pt x="305" y="961"/>
                      <a:pt x="302" y="973"/>
                      <a:pt x="295" y="992"/>
                    </a:cubicBezTo>
                    <a:cubicBezTo>
                      <a:pt x="285" y="1023"/>
                      <a:pt x="267" y="1060"/>
                      <a:pt x="241" y="1102"/>
                    </a:cubicBezTo>
                    <a:cubicBezTo>
                      <a:pt x="173" y="1212"/>
                      <a:pt x="75" y="1262"/>
                      <a:pt x="75" y="1262"/>
                    </a:cubicBezTo>
                    <a:cubicBezTo>
                      <a:pt x="0" y="1144"/>
                      <a:pt x="0" y="1144"/>
                      <a:pt x="0" y="1144"/>
                    </a:cubicBezTo>
                    <a:cubicBezTo>
                      <a:pt x="0" y="1144"/>
                      <a:pt x="25" y="1130"/>
                      <a:pt x="55" y="1101"/>
                    </a:cubicBezTo>
                    <a:cubicBezTo>
                      <a:pt x="75" y="1082"/>
                      <a:pt x="99" y="1056"/>
                      <a:pt x="120" y="1026"/>
                    </a:cubicBezTo>
                    <a:cubicBezTo>
                      <a:pt x="140" y="995"/>
                      <a:pt x="152" y="963"/>
                      <a:pt x="159" y="940"/>
                    </a:cubicBezTo>
                    <a:cubicBezTo>
                      <a:pt x="165" y="920"/>
                      <a:pt x="166" y="904"/>
                      <a:pt x="166" y="894"/>
                    </a:cubicBezTo>
                    <a:cubicBezTo>
                      <a:pt x="167" y="885"/>
                      <a:pt x="166" y="881"/>
                      <a:pt x="166" y="881"/>
                    </a:cubicBezTo>
                    <a:cubicBezTo>
                      <a:pt x="166" y="0"/>
                      <a:pt x="166" y="0"/>
                      <a:pt x="166" y="0"/>
                    </a:cubicBezTo>
                    <a:lnTo>
                      <a:pt x="311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HK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HK" altLang="en-US">
                  <a:latin typeface="Muli" panose="02000503000000000000" pitchFamily="2" charset="0"/>
                </a:endParaRPr>
              </a:p>
            </p:txBody>
          </p:sp>
        </p:grpSp>
        <p:sp>
          <p:nvSpPr>
            <p:cNvPr id="9" name="手繪多邊形 3">
              <a:extLst>
                <a:ext uri="{FF2B5EF4-FFF2-40B4-BE49-F238E27FC236}">
                  <a16:creationId xmlns:a16="http://schemas.microsoft.com/office/drawing/2014/main" id="{20AB4AE2-5AE3-10FD-1FDB-333B691B1124}"/>
                </a:ext>
              </a:extLst>
            </p:cNvPr>
            <p:cNvSpPr/>
            <p:nvPr/>
          </p:nvSpPr>
          <p:spPr>
            <a:xfrm>
              <a:off x="3501532" y="3877556"/>
              <a:ext cx="452542" cy="562955"/>
            </a:xfrm>
            <a:custGeom>
              <a:avLst/>
              <a:gdLst/>
              <a:ahLst/>
              <a:cxnLst/>
              <a:rect l="l" t="t" r="r" b="b"/>
              <a:pathLst>
                <a:path w="251412" h="312753">
                  <a:moveTo>
                    <a:pt x="0" y="0"/>
                  </a:moveTo>
                  <a:lnTo>
                    <a:pt x="215646" y="225898"/>
                  </a:lnTo>
                  <a:lnTo>
                    <a:pt x="215646" y="13716"/>
                  </a:lnTo>
                  <a:lnTo>
                    <a:pt x="251412" y="13716"/>
                  </a:lnTo>
                  <a:lnTo>
                    <a:pt x="251412" y="312753"/>
                  </a:lnTo>
                  <a:lnTo>
                    <a:pt x="35766" y="86856"/>
                  </a:lnTo>
                  <a:lnTo>
                    <a:pt x="35766" y="300942"/>
                  </a:lnTo>
                  <a:lnTo>
                    <a:pt x="0" y="3009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>
                <a:latin typeface="Muli" panose="02000503000000000000" pitchFamily="2" charset="0"/>
              </a:endParaRPr>
            </a:p>
          </p:txBody>
        </p:sp>
        <p:sp>
          <p:nvSpPr>
            <p:cNvPr id="10" name="手繪多邊形 4">
              <a:extLst>
                <a:ext uri="{FF2B5EF4-FFF2-40B4-BE49-F238E27FC236}">
                  <a16:creationId xmlns:a16="http://schemas.microsoft.com/office/drawing/2014/main" id="{346C6B8A-F263-7BFD-4ED4-76384CC2459E}"/>
                </a:ext>
              </a:extLst>
            </p:cNvPr>
            <p:cNvSpPr/>
            <p:nvPr/>
          </p:nvSpPr>
          <p:spPr>
            <a:xfrm>
              <a:off x="6279023" y="3877556"/>
              <a:ext cx="452542" cy="562955"/>
            </a:xfrm>
            <a:custGeom>
              <a:avLst/>
              <a:gdLst/>
              <a:ahLst/>
              <a:cxnLst/>
              <a:rect l="l" t="t" r="r" b="b"/>
              <a:pathLst>
                <a:path w="251412" h="312753">
                  <a:moveTo>
                    <a:pt x="0" y="0"/>
                  </a:moveTo>
                  <a:lnTo>
                    <a:pt x="215646" y="225898"/>
                  </a:lnTo>
                  <a:lnTo>
                    <a:pt x="215646" y="13716"/>
                  </a:lnTo>
                  <a:lnTo>
                    <a:pt x="251412" y="13716"/>
                  </a:lnTo>
                  <a:lnTo>
                    <a:pt x="251412" y="312753"/>
                  </a:lnTo>
                  <a:lnTo>
                    <a:pt x="35766" y="86856"/>
                  </a:lnTo>
                  <a:lnTo>
                    <a:pt x="35766" y="300942"/>
                  </a:lnTo>
                  <a:lnTo>
                    <a:pt x="0" y="3009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>
                <a:latin typeface="Muli" panose="02000503000000000000" pitchFamily="2" charset="0"/>
              </a:endParaRPr>
            </a:p>
          </p:txBody>
        </p:sp>
        <p:sp>
          <p:nvSpPr>
            <p:cNvPr id="14" name="手繪多邊形 5">
              <a:extLst>
                <a:ext uri="{FF2B5EF4-FFF2-40B4-BE49-F238E27FC236}">
                  <a16:creationId xmlns:a16="http://schemas.microsoft.com/office/drawing/2014/main" id="{534E114E-F5E1-1A50-5A89-64F90A9EB0FC}"/>
                </a:ext>
              </a:extLst>
            </p:cNvPr>
            <p:cNvSpPr/>
            <p:nvPr/>
          </p:nvSpPr>
          <p:spPr>
            <a:xfrm>
              <a:off x="2972781" y="3880300"/>
              <a:ext cx="493690" cy="538952"/>
            </a:xfrm>
            <a:custGeom>
              <a:avLst/>
              <a:gdLst/>
              <a:ahLst/>
              <a:cxnLst/>
              <a:rect l="l" t="t" r="r" b="b"/>
              <a:pathLst>
                <a:path w="274272" h="299418">
                  <a:moveTo>
                    <a:pt x="137137" y="0"/>
                  </a:moveTo>
                  <a:lnTo>
                    <a:pt x="274272" y="299418"/>
                  </a:lnTo>
                  <a:lnTo>
                    <a:pt x="235799" y="299418"/>
                  </a:lnTo>
                  <a:lnTo>
                    <a:pt x="203039" y="227409"/>
                  </a:lnTo>
                  <a:lnTo>
                    <a:pt x="71235" y="227409"/>
                  </a:lnTo>
                  <a:lnTo>
                    <a:pt x="38475" y="299418"/>
                  </a:lnTo>
                  <a:lnTo>
                    <a:pt x="0" y="299418"/>
                  </a:lnTo>
                  <a:lnTo>
                    <a:pt x="137137" y="0"/>
                  </a:lnTo>
                  <a:close/>
                  <a:moveTo>
                    <a:pt x="137137" y="78486"/>
                  </a:moveTo>
                  <a:lnTo>
                    <a:pt x="86092" y="194691"/>
                  </a:lnTo>
                  <a:lnTo>
                    <a:pt x="188182" y="194691"/>
                  </a:lnTo>
                  <a:lnTo>
                    <a:pt x="137137" y="7848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>
                <a:latin typeface="Muli" panose="02000503000000000000" pitchFamily="2" charset="0"/>
              </a:endParaRPr>
            </a:p>
          </p:txBody>
        </p:sp>
        <p:sp>
          <p:nvSpPr>
            <p:cNvPr id="15" name="手繪多邊形 6">
              <a:extLst>
                <a:ext uri="{FF2B5EF4-FFF2-40B4-BE49-F238E27FC236}">
                  <a16:creationId xmlns:a16="http://schemas.microsoft.com/office/drawing/2014/main" id="{9844073E-079A-5B9B-9CDD-BAB070266CF9}"/>
                </a:ext>
              </a:extLst>
            </p:cNvPr>
            <p:cNvSpPr/>
            <p:nvPr/>
          </p:nvSpPr>
          <p:spPr>
            <a:xfrm>
              <a:off x="5347706" y="3891271"/>
              <a:ext cx="405221" cy="538954"/>
            </a:xfrm>
            <a:custGeom>
              <a:avLst/>
              <a:gdLst/>
              <a:ahLst/>
              <a:cxnLst/>
              <a:rect l="l" t="t" r="r" b="b"/>
              <a:pathLst>
                <a:path w="225123" h="299419">
                  <a:moveTo>
                    <a:pt x="152733" y="1"/>
                  </a:moveTo>
                  <a:cubicBezTo>
                    <a:pt x="165394" y="-23"/>
                    <a:pt x="177887" y="1546"/>
                    <a:pt x="190214" y="4709"/>
                  </a:cubicBezTo>
                  <a:cubicBezTo>
                    <a:pt x="202541" y="7871"/>
                    <a:pt x="214177" y="12770"/>
                    <a:pt x="225123" y="19404"/>
                  </a:cubicBezTo>
                  <a:lnTo>
                    <a:pt x="225123" y="60920"/>
                  </a:lnTo>
                  <a:cubicBezTo>
                    <a:pt x="214654" y="51743"/>
                    <a:pt x="202827" y="44756"/>
                    <a:pt x="189643" y="39960"/>
                  </a:cubicBezTo>
                  <a:cubicBezTo>
                    <a:pt x="176459" y="35165"/>
                    <a:pt x="163012" y="32751"/>
                    <a:pt x="149304" y="32719"/>
                  </a:cubicBezTo>
                  <a:cubicBezTo>
                    <a:pt x="127632" y="32990"/>
                    <a:pt x="108281" y="38419"/>
                    <a:pt x="91251" y="49007"/>
                  </a:cubicBezTo>
                  <a:cubicBezTo>
                    <a:pt x="74221" y="59595"/>
                    <a:pt x="60769" y="73719"/>
                    <a:pt x="50894" y="91378"/>
                  </a:cubicBezTo>
                  <a:cubicBezTo>
                    <a:pt x="41018" y="109037"/>
                    <a:pt x="35976" y="128608"/>
                    <a:pt x="35766" y="150092"/>
                  </a:cubicBezTo>
                  <a:cubicBezTo>
                    <a:pt x="35973" y="171326"/>
                    <a:pt x="40978" y="190719"/>
                    <a:pt x="50781" y="208269"/>
                  </a:cubicBezTo>
                  <a:cubicBezTo>
                    <a:pt x="60583" y="225820"/>
                    <a:pt x="73942" y="239877"/>
                    <a:pt x="90856" y="250442"/>
                  </a:cubicBezTo>
                  <a:cubicBezTo>
                    <a:pt x="107771" y="261006"/>
                    <a:pt x="126999" y="266426"/>
                    <a:pt x="148542" y="266701"/>
                  </a:cubicBezTo>
                  <a:cubicBezTo>
                    <a:pt x="162735" y="266653"/>
                    <a:pt x="176355" y="264081"/>
                    <a:pt x="189405" y="258984"/>
                  </a:cubicBezTo>
                  <a:cubicBezTo>
                    <a:pt x="202454" y="253887"/>
                    <a:pt x="214360" y="246552"/>
                    <a:pt x="225123" y="236977"/>
                  </a:cubicBezTo>
                  <a:lnTo>
                    <a:pt x="225123" y="279256"/>
                  </a:lnTo>
                  <a:cubicBezTo>
                    <a:pt x="213884" y="285755"/>
                    <a:pt x="201692" y="290732"/>
                    <a:pt x="188547" y="294188"/>
                  </a:cubicBezTo>
                  <a:cubicBezTo>
                    <a:pt x="175403" y="297644"/>
                    <a:pt x="162449" y="299388"/>
                    <a:pt x="149685" y="299419"/>
                  </a:cubicBezTo>
                  <a:cubicBezTo>
                    <a:pt x="122049" y="299128"/>
                    <a:pt x="96978" y="292476"/>
                    <a:pt x="74471" y="279462"/>
                  </a:cubicBezTo>
                  <a:cubicBezTo>
                    <a:pt x="51965" y="266448"/>
                    <a:pt x="34009" y="248819"/>
                    <a:pt x="20604" y="226575"/>
                  </a:cubicBezTo>
                  <a:cubicBezTo>
                    <a:pt x="7199" y="204331"/>
                    <a:pt x="331" y="179218"/>
                    <a:pt x="0" y="151235"/>
                  </a:cubicBezTo>
                  <a:cubicBezTo>
                    <a:pt x="319" y="122615"/>
                    <a:pt x="7253" y="96956"/>
                    <a:pt x="20801" y="74257"/>
                  </a:cubicBezTo>
                  <a:cubicBezTo>
                    <a:pt x="34350" y="51559"/>
                    <a:pt x="52598" y="33582"/>
                    <a:pt x="75544" y="20325"/>
                  </a:cubicBezTo>
                  <a:cubicBezTo>
                    <a:pt x="98490" y="7069"/>
                    <a:pt x="124220" y="294"/>
                    <a:pt x="152733" y="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>
                <a:latin typeface="Muli" panose="02000503000000000000" pitchFamily="2" charset="0"/>
              </a:endParaRPr>
            </a:p>
          </p:txBody>
        </p:sp>
        <p:sp>
          <p:nvSpPr>
            <p:cNvPr id="16" name="手繪多邊形 7">
              <a:extLst>
                <a:ext uri="{FF2B5EF4-FFF2-40B4-BE49-F238E27FC236}">
                  <a16:creationId xmlns:a16="http://schemas.microsoft.com/office/drawing/2014/main" id="{E9A8E3B6-6354-0166-6E2D-5F332BA750D1}"/>
                </a:ext>
              </a:extLst>
            </p:cNvPr>
            <p:cNvSpPr/>
            <p:nvPr/>
          </p:nvSpPr>
          <p:spPr>
            <a:xfrm>
              <a:off x="6780342" y="3891272"/>
              <a:ext cx="541696" cy="538952"/>
            </a:xfrm>
            <a:custGeom>
              <a:avLst/>
              <a:gdLst/>
              <a:ahLst/>
              <a:cxnLst/>
              <a:rect l="l" t="t" r="r" b="b"/>
              <a:pathLst>
                <a:path w="300942" h="299418">
                  <a:moveTo>
                    <a:pt x="150472" y="0"/>
                  </a:moveTo>
                  <a:cubicBezTo>
                    <a:pt x="178243" y="324"/>
                    <a:pt x="203441" y="7165"/>
                    <a:pt x="226066" y="20522"/>
                  </a:cubicBezTo>
                  <a:cubicBezTo>
                    <a:pt x="248692" y="33879"/>
                    <a:pt x="266744" y="51810"/>
                    <a:pt x="280223" y="74313"/>
                  </a:cubicBezTo>
                  <a:cubicBezTo>
                    <a:pt x="293703" y="96816"/>
                    <a:pt x="300609" y="121948"/>
                    <a:pt x="300942" y="149710"/>
                  </a:cubicBezTo>
                  <a:cubicBezTo>
                    <a:pt x="300623" y="178431"/>
                    <a:pt x="293773" y="204015"/>
                    <a:pt x="280393" y="226461"/>
                  </a:cubicBezTo>
                  <a:cubicBezTo>
                    <a:pt x="267012" y="248908"/>
                    <a:pt x="249016" y="266612"/>
                    <a:pt x="226405" y="279574"/>
                  </a:cubicBezTo>
                  <a:cubicBezTo>
                    <a:pt x="203794" y="292536"/>
                    <a:pt x="178483" y="299151"/>
                    <a:pt x="150472" y="299418"/>
                  </a:cubicBezTo>
                  <a:cubicBezTo>
                    <a:pt x="122461" y="299151"/>
                    <a:pt x="97149" y="292536"/>
                    <a:pt x="74538" y="279574"/>
                  </a:cubicBezTo>
                  <a:cubicBezTo>
                    <a:pt x="51927" y="266612"/>
                    <a:pt x="33931" y="248908"/>
                    <a:pt x="20550" y="226461"/>
                  </a:cubicBezTo>
                  <a:cubicBezTo>
                    <a:pt x="7169" y="204015"/>
                    <a:pt x="319" y="178431"/>
                    <a:pt x="0" y="149710"/>
                  </a:cubicBezTo>
                  <a:cubicBezTo>
                    <a:pt x="333" y="121948"/>
                    <a:pt x="7240" y="96816"/>
                    <a:pt x="20719" y="74313"/>
                  </a:cubicBezTo>
                  <a:cubicBezTo>
                    <a:pt x="34199" y="51810"/>
                    <a:pt x="52251" y="33879"/>
                    <a:pt x="74877" y="20522"/>
                  </a:cubicBezTo>
                  <a:cubicBezTo>
                    <a:pt x="97502" y="7165"/>
                    <a:pt x="122701" y="324"/>
                    <a:pt x="150472" y="0"/>
                  </a:cubicBezTo>
                  <a:close/>
                  <a:moveTo>
                    <a:pt x="150472" y="33480"/>
                  </a:moveTo>
                  <a:cubicBezTo>
                    <a:pt x="127821" y="33744"/>
                    <a:pt x="107915" y="39103"/>
                    <a:pt x="90755" y="49556"/>
                  </a:cubicBezTo>
                  <a:cubicBezTo>
                    <a:pt x="73595" y="60010"/>
                    <a:pt x="60181" y="73979"/>
                    <a:pt x="50516" y="91461"/>
                  </a:cubicBezTo>
                  <a:cubicBezTo>
                    <a:pt x="40850" y="108944"/>
                    <a:pt x="35933" y="128360"/>
                    <a:pt x="35766" y="149710"/>
                  </a:cubicBezTo>
                  <a:cubicBezTo>
                    <a:pt x="36032" y="171779"/>
                    <a:pt x="41344" y="191534"/>
                    <a:pt x="51701" y="208974"/>
                  </a:cubicBezTo>
                  <a:cubicBezTo>
                    <a:pt x="62059" y="226414"/>
                    <a:pt x="75867" y="240213"/>
                    <a:pt x="93126" y="250370"/>
                  </a:cubicBezTo>
                  <a:cubicBezTo>
                    <a:pt x="110385" y="260528"/>
                    <a:pt x="129500" y="265717"/>
                    <a:pt x="150472" y="265938"/>
                  </a:cubicBezTo>
                  <a:cubicBezTo>
                    <a:pt x="171443" y="265717"/>
                    <a:pt x="190558" y="260528"/>
                    <a:pt x="207817" y="250370"/>
                  </a:cubicBezTo>
                  <a:cubicBezTo>
                    <a:pt x="225076" y="240213"/>
                    <a:pt x="238884" y="226414"/>
                    <a:pt x="249242" y="208974"/>
                  </a:cubicBezTo>
                  <a:cubicBezTo>
                    <a:pt x="259599" y="191534"/>
                    <a:pt x="264910" y="171779"/>
                    <a:pt x="265176" y="149710"/>
                  </a:cubicBezTo>
                  <a:cubicBezTo>
                    <a:pt x="265009" y="128360"/>
                    <a:pt x="260093" y="108944"/>
                    <a:pt x="250427" y="91461"/>
                  </a:cubicBezTo>
                  <a:cubicBezTo>
                    <a:pt x="240761" y="73979"/>
                    <a:pt x="227349" y="60010"/>
                    <a:pt x="210188" y="49556"/>
                  </a:cubicBezTo>
                  <a:cubicBezTo>
                    <a:pt x="193028" y="39103"/>
                    <a:pt x="173123" y="33744"/>
                    <a:pt x="150472" y="3348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>
                <a:latin typeface="Muli" panose="02000503000000000000" pitchFamily="2" charset="0"/>
              </a:endParaRPr>
            </a:p>
          </p:txBody>
        </p:sp>
        <p:sp>
          <p:nvSpPr>
            <p:cNvPr id="17" name="手繪多邊形 8">
              <a:extLst>
                <a:ext uri="{FF2B5EF4-FFF2-40B4-BE49-F238E27FC236}">
                  <a16:creationId xmlns:a16="http://schemas.microsoft.com/office/drawing/2014/main" id="{CBC10DAD-F4E7-E7DF-DA4B-E159DE4EEA4F}"/>
                </a:ext>
              </a:extLst>
            </p:cNvPr>
            <p:cNvSpPr/>
            <p:nvPr/>
          </p:nvSpPr>
          <p:spPr>
            <a:xfrm>
              <a:off x="7603302" y="3891272"/>
              <a:ext cx="541696" cy="538952"/>
            </a:xfrm>
            <a:custGeom>
              <a:avLst/>
              <a:gdLst/>
              <a:ahLst/>
              <a:cxnLst/>
              <a:rect l="l" t="t" r="r" b="b"/>
              <a:pathLst>
                <a:path w="300942" h="299418">
                  <a:moveTo>
                    <a:pt x="150472" y="0"/>
                  </a:moveTo>
                  <a:cubicBezTo>
                    <a:pt x="178243" y="324"/>
                    <a:pt x="203441" y="7165"/>
                    <a:pt x="226066" y="20522"/>
                  </a:cubicBezTo>
                  <a:cubicBezTo>
                    <a:pt x="248692" y="33879"/>
                    <a:pt x="266744" y="51810"/>
                    <a:pt x="280223" y="74313"/>
                  </a:cubicBezTo>
                  <a:cubicBezTo>
                    <a:pt x="293702" y="96816"/>
                    <a:pt x="300609" y="121948"/>
                    <a:pt x="300942" y="149710"/>
                  </a:cubicBezTo>
                  <a:cubicBezTo>
                    <a:pt x="300623" y="178431"/>
                    <a:pt x="293773" y="204015"/>
                    <a:pt x="280393" y="226461"/>
                  </a:cubicBezTo>
                  <a:cubicBezTo>
                    <a:pt x="267012" y="248908"/>
                    <a:pt x="249016" y="266612"/>
                    <a:pt x="226405" y="279574"/>
                  </a:cubicBezTo>
                  <a:cubicBezTo>
                    <a:pt x="203794" y="292536"/>
                    <a:pt x="178483" y="299151"/>
                    <a:pt x="150472" y="299418"/>
                  </a:cubicBezTo>
                  <a:cubicBezTo>
                    <a:pt x="122461" y="299151"/>
                    <a:pt x="97149" y="292536"/>
                    <a:pt x="74538" y="279574"/>
                  </a:cubicBezTo>
                  <a:cubicBezTo>
                    <a:pt x="51927" y="266612"/>
                    <a:pt x="33931" y="248908"/>
                    <a:pt x="20550" y="226461"/>
                  </a:cubicBezTo>
                  <a:cubicBezTo>
                    <a:pt x="7169" y="204015"/>
                    <a:pt x="319" y="178431"/>
                    <a:pt x="0" y="149710"/>
                  </a:cubicBezTo>
                  <a:cubicBezTo>
                    <a:pt x="333" y="121948"/>
                    <a:pt x="7240" y="96816"/>
                    <a:pt x="20719" y="74313"/>
                  </a:cubicBezTo>
                  <a:cubicBezTo>
                    <a:pt x="34199" y="51810"/>
                    <a:pt x="52251" y="33879"/>
                    <a:pt x="74877" y="20522"/>
                  </a:cubicBezTo>
                  <a:cubicBezTo>
                    <a:pt x="97502" y="7165"/>
                    <a:pt x="122700" y="324"/>
                    <a:pt x="150472" y="0"/>
                  </a:cubicBezTo>
                  <a:close/>
                  <a:moveTo>
                    <a:pt x="150472" y="33480"/>
                  </a:moveTo>
                  <a:cubicBezTo>
                    <a:pt x="127821" y="33744"/>
                    <a:pt x="107915" y="39103"/>
                    <a:pt x="90755" y="49556"/>
                  </a:cubicBezTo>
                  <a:cubicBezTo>
                    <a:pt x="73594" y="60010"/>
                    <a:pt x="60181" y="73979"/>
                    <a:pt x="50516" y="91461"/>
                  </a:cubicBezTo>
                  <a:cubicBezTo>
                    <a:pt x="40850" y="108944"/>
                    <a:pt x="35933" y="128360"/>
                    <a:pt x="35766" y="149710"/>
                  </a:cubicBezTo>
                  <a:cubicBezTo>
                    <a:pt x="36032" y="171779"/>
                    <a:pt x="41344" y="191534"/>
                    <a:pt x="51701" y="208974"/>
                  </a:cubicBezTo>
                  <a:cubicBezTo>
                    <a:pt x="62059" y="226414"/>
                    <a:pt x="75867" y="240213"/>
                    <a:pt x="93126" y="250370"/>
                  </a:cubicBezTo>
                  <a:cubicBezTo>
                    <a:pt x="110385" y="260528"/>
                    <a:pt x="129501" y="265717"/>
                    <a:pt x="150472" y="265938"/>
                  </a:cubicBezTo>
                  <a:cubicBezTo>
                    <a:pt x="171443" y="265717"/>
                    <a:pt x="190558" y="260528"/>
                    <a:pt x="207817" y="250370"/>
                  </a:cubicBezTo>
                  <a:cubicBezTo>
                    <a:pt x="225076" y="240213"/>
                    <a:pt x="238884" y="226414"/>
                    <a:pt x="249242" y="208974"/>
                  </a:cubicBezTo>
                  <a:cubicBezTo>
                    <a:pt x="259599" y="191534"/>
                    <a:pt x="264910" y="171779"/>
                    <a:pt x="265176" y="149710"/>
                  </a:cubicBezTo>
                  <a:cubicBezTo>
                    <a:pt x="265009" y="128360"/>
                    <a:pt x="260093" y="108944"/>
                    <a:pt x="250427" y="91461"/>
                  </a:cubicBezTo>
                  <a:cubicBezTo>
                    <a:pt x="240762" y="73979"/>
                    <a:pt x="227348" y="60010"/>
                    <a:pt x="210188" y="49556"/>
                  </a:cubicBezTo>
                  <a:cubicBezTo>
                    <a:pt x="193028" y="39103"/>
                    <a:pt x="173123" y="33744"/>
                    <a:pt x="150472" y="3348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>
                <a:latin typeface="Muli" panose="02000503000000000000" pitchFamily="2" charset="0"/>
              </a:endParaRPr>
            </a:p>
          </p:txBody>
        </p:sp>
        <p:sp>
          <p:nvSpPr>
            <p:cNvPr id="18" name="手繪多邊形 9">
              <a:extLst>
                <a:ext uri="{FF2B5EF4-FFF2-40B4-BE49-F238E27FC236}">
                  <a16:creationId xmlns:a16="http://schemas.microsoft.com/office/drawing/2014/main" id="{FFE08FDE-0DCA-B70B-40DB-9B842DDE8C02}"/>
                </a:ext>
              </a:extLst>
            </p:cNvPr>
            <p:cNvSpPr/>
            <p:nvPr/>
          </p:nvSpPr>
          <p:spPr>
            <a:xfrm>
              <a:off x="8170459" y="3891272"/>
              <a:ext cx="506034" cy="538952"/>
            </a:xfrm>
            <a:custGeom>
              <a:avLst/>
              <a:gdLst/>
              <a:ahLst/>
              <a:cxnLst/>
              <a:rect l="l" t="t" r="r" b="b"/>
              <a:pathLst>
                <a:path w="281130" h="299418">
                  <a:moveTo>
                    <a:pt x="148949" y="0"/>
                  </a:moveTo>
                  <a:cubicBezTo>
                    <a:pt x="171569" y="102"/>
                    <a:pt x="193115" y="4939"/>
                    <a:pt x="213587" y="14510"/>
                  </a:cubicBezTo>
                  <a:cubicBezTo>
                    <a:pt x="234059" y="24081"/>
                    <a:pt x="251499" y="37773"/>
                    <a:pt x="265908" y="55588"/>
                  </a:cubicBezTo>
                  <a:lnTo>
                    <a:pt x="240791" y="79601"/>
                  </a:lnTo>
                  <a:cubicBezTo>
                    <a:pt x="230216" y="65307"/>
                    <a:pt x="216973" y="53968"/>
                    <a:pt x="201063" y="45582"/>
                  </a:cubicBezTo>
                  <a:cubicBezTo>
                    <a:pt x="185153" y="37197"/>
                    <a:pt x="168289" y="32909"/>
                    <a:pt x="150474" y="32718"/>
                  </a:cubicBezTo>
                  <a:cubicBezTo>
                    <a:pt x="128782" y="32965"/>
                    <a:pt x="109328" y="38273"/>
                    <a:pt x="92111" y="48642"/>
                  </a:cubicBezTo>
                  <a:cubicBezTo>
                    <a:pt x="74894" y="59011"/>
                    <a:pt x="61254" y="72958"/>
                    <a:pt x="51193" y="90484"/>
                  </a:cubicBezTo>
                  <a:cubicBezTo>
                    <a:pt x="41132" y="108010"/>
                    <a:pt x="35990" y="127632"/>
                    <a:pt x="35766" y="149351"/>
                  </a:cubicBezTo>
                  <a:cubicBezTo>
                    <a:pt x="35995" y="169741"/>
                    <a:pt x="41043" y="188796"/>
                    <a:pt x="50911" y="206515"/>
                  </a:cubicBezTo>
                  <a:cubicBezTo>
                    <a:pt x="60779" y="224235"/>
                    <a:pt x="74099" y="238612"/>
                    <a:pt x="90869" y="249647"/>
                  </a:cubicBezTo>
                  <a:cubicBezTo>
                    <a:pt x="107639" y="260681"/>
                    <a:pt x="126491" y="266365"/>
                    <a:pt x="147425" y="266700"/>
                  </a:cubicBezTo>
                  <a:cubicBezTo>
                    <a:pt x="162596" y="266514"/>
                    <a:pt x="177223" y="262608"/>
                    <a:pt x="191306" y="254981"/>
                  </a:cubicBezTo>
                  <a:cubicBezTo>
                    <a:pt x="205390" y="247355"/>
                    <a:pt x="217081" y="237123"/>
                    <a:pt x="226381" y="224286"/>
                  </a:cubicBezTo>
                  <a:cubicBezTo>
                    <a:pt x="235680" y="211450"/>
                    <a:pt x="240738" y="197124"/>
                    <a:pt x="241554" y="181308"/>
                  </a:cubicBezTo>
                  <a:lnTo>
                    <a:pt x="167241" y="181308"/>
                  </a:lnTo>
                  <a:lnTo>
                    <a:pt x="167241" y="148590"/>
                  </a:lnTo>
                  <a:lnTo>
                    <a:pt x="281130" y="148590"/>
                  </a:lnTo>
                  <a:lnTo>
                    <a:pt x="281130" y="160003"/>
                  </a:lnTo>
                  <a:cubicBezTo>
                    <a:pt x="280941" y="186553"/>
                    <a:pt x="275144" y="210286"/>
                    <a:pt x="263742" y="231200"/>
                  </a:cubicBezTo>
                  <a:cubicBezTo>
                    <a:pt x="252339" y="252115"/>
                    <a:pt x="236470" y="268648"/>
                    <a:pt x="216133" y="280800"/>
                  </a:cubicBezTo>
                  <a:cubicBezTo>
                    <a:pt x="195796" y="292952"/>
                    <a:pt x="172131" y="299158"/>
                    <a:pt x="145138" y="299418"/>
                  </a:cubicBezTo>
                  <a:cubicBezTo>
                    <a:pt x="118032" y="299054"/>
                    <a:pt x="93577" y="292081"/>
                    <a:pt x="71772" y="278499"/>
                  </a:cubicBezTo>
                  <a:cubicBezTo>
                    <a:pt x="49968" y="264917"/>
                    <a:pt x="32630" y="246913"/>
                    <a:pt x="19760" y="224485"/>
                  </a:cubicBezTo>
                  <a:cubicBezTo>
                    <a:pt x="6889" y="202058"/>
                    <a:pt x="303" y="177393"/>
                    <a:pt x="0" y="150492"/>
                  </a:cubicBezTo>
                  <a:cubicBezTo>
                    <a:pt x="307" y="122597"/>
                    <a:pt x="7054" y="97338"/>
                    <a:pt x="20239" y="74717"/>
                  </a:cubicBezTo>
                  <a:cubicBezTo>
                    <a:pt x="33425" y="52095"/>
                    <a:pt x="51205" y="34069"/>
                    <a:pt x="73579" y="20637"/>
                  </a:cubicBezTo>
                  <a:cubicBezTo>
                    <a:pt x="95953" y="7205"/>
                    <a:pt x="121077" y="326"/>
                    <a:pt x="14894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>
                <a:latin typeface="Muli" panose="02000503000000000000" pitchFamily="2" charset="0"/>
              </a:endParaRPr>
            </a:p>
          </p:txBody>
        </p:sp>
        <p:sp>
          <p:nvSpPr>
            <p:cNvPr id="19" name="手繪多邊形 10">
              <a:extLst>
                <a:ext uri="{FF2B5EF4-FFF2-40B4-BE49-F238E27FC236}">
                  <a16:creationId xmlns:a16="http://schemas.microsoft.com/office/drawing/2014/main" id="{C8D38504-C5F7-1461-FEBB-8355E7014713}"/>
                </a:ext>
              </a:extLst>
            </p:cNvPr>
            <p:cNvSpPr/>
            <p:nvPr/>
          </p:nvSpPr>
          <p:spPr>
            <a:xfrm>
              <a:off x="4033713" y="3902243"/>
              <a:ext cx="396992" cy="517009"/>
            </a:xfrm>
            <a:custGeom>
              <a:avLst/>
              <a:gdLst/>
              <a:ahLst/>
              <a:cxnLst/>
              <a:rect l="l" t="t" r="r" b="b"/>
              <a:pathLst>
                <a:path w="220551" h="287227">
                  <a:moveTo>
                    <a:pt x="0" y="1"/>
                  </a:moveTo>
                  <a:lnTo>
                    <a:pt x="59396" y="1"/>
                  </a:lnTo>
                  <a:cubicBezTo>
                    <a:pt x="89102" y="-16"/>
                    <a:pt x="116071" y="5178"/>
                    <a:pt x="140306" y="15583"/>
                  </a:cubicBezTo>
                  <a:cubicBezTo>
                    <a:pt x="164540" y="25988"/>
                    <a:pt x="183883" y="41707"/>
                    <a:pt x="198335" y="62740"/>
                  </a:cubicBezTo>
                  <a:cubicBezTo>
                    <a:pt x="212787" y="83773"/>
                    <a:pt x="220192" y="110223"/>
                    <a:pt x="220551" y="142090"/>
                  </a:cubicBezTo>
                  <a:cubicBezTo>
                    <a:pt x="220228" y="174714"/>
                    <a:pt x="212921" y="201766"/>
                    <a:pt x="198631" y="223246"/>
                  </a:cubicBezTo>
                  <a:cubicBezTo>
                    <a:pt x="184341" y="244726"/>
                    <a:pt x="165012" y="260765"/>
                    <a:pt x="140644" y="271363"/>
                  </a:cubicBezTo>
                  <a:cubicBezTo>
                    <a:pt x="116276" y="281961"/>
                    <a:pt x="88812" y="287249"/>
                    <a:pt x="58253" y="287227"/>
                  </a:cubicBezTo>
                  <a:lnTo>
                    <a:pt x="0" y="287227"/>
                  </a:lnTo>
                  <a:lnTo>
                    <a:pt x="0" y="1"/>
                  </a:lnTo>
                  <a:close/>
                  <a:moveTo>
                    <a:pt x="35766" y="32719"/>
                  </a:moveTo>
                  <a:lnTo>
                    <a:pt x="35766" y="254509"/>
                  </a:lnTo>
                  <a:lnTo>
                    <a:pt x="48343" y="254509"/>
                  </a:lnTo>
                  <a:cubicBezTo>
                    <a:pt x="73065" y="254685"/>
                    <a:pt x="95697" y="251284"/>
                    <a:pt x="116240" y="244304"/>
                  </a:cubicBezTo>
                  <a:cubicBezTo>
                    <a:pt x="136782" y="237325"/>
                    <a:pt x="153260" y="225709"/>
                    <a:pt x="165672" y="209457"/>
                  </a:cubicBezTo>
                  <a:cubicBezTo>
                    <a:pt x="178085" y="193204"/>
                    <a:pt x="184456" y="171257"/>
                    <a:pt x="184785" y="143614"/>
                  </a:cubicBezTo>
                  <a:cubicBezTo>
                    <a:pt x="184456" y="115852"/>
                    <a:pt x="178085" y="93848"/>
                    <a:pt x="165672" y="77602"/>
                  </a:cubicBezTo>
                  <a:cubicBezTo>
                    <a:pt x="153260" y="61357"/>
                    <a:pt x="136782" y="49769"/>
                    <a:pt x="116240" y="42839"/>
                  </a:cubicBezTo>
                  <a:cubicBezTo>
                    <a:pt x="95697" y="35909"/>
                    <a:pt x="73065" y="32536"/>
                    <a:pt x="48343" y="32719"/>
                  </a:cubicBezTo>
                  <a:lnTo>
                    <a:pt x="35766" y="3271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>
                <a:latin typeface="Muli" panose="02000503000000000000" pitchFamily="2" charset="0"/>
              </a:endParaRPr>
            </a:p>
          </p:txBody>
        </p:sp>
        <p:sp>
          <p:nvSpPr>
            <p:cNvPr id="20" name="手繪多邊形 11">
              <a:extLst>
                <a:ext uri="{FF2B5EF4-FFF2-40B4-BE49-F238E27FC236}">
                  <a16:creationId xmlns:a16="http://schemas.microsoft.com/office/drawing/2014/main" id="{FE11FF1B-844F-511B-4F49-C15521483F8D}"/>
                </a:ext>
              </a:extLst>
            </p:cNvPr>
            <p:cNvSpPr/>
            <p:nvPr/>
          </p:nvSpPr>
          <p:spPr>
            <a:xfrm>
              <a:off x="4659849" y="3902245"/>
              <a:ext cx="309895" cy="517007"/>
            </a:xfrm>
            <a:custGeom>
              <a:avLst/>
              <a:gdLst/>
              <a:ahLst/>
              <a:cxnLst/>
              <a:rect l="l" t="t" r="r" b="b"/>
              <a:pathLst>
                <a:path w="172164" h="287226">
                  <a:moveTo>
                    <a:pt x="0" y="0"/>
                  </a:moveTo>
                  <a:lnTo>
                    <a:pt x="172164" y="0"/>
                  </a:lnTo>
                  <a:lnTo>
                    <a:pt x="172164" y="32718"/>
                  </a:lnTo>
                  <a:lnTo>
                    <a:pt x="103965" y="32718"/>
                  </a:lnTo>
                  <a:lnTo>
                    <a:pt x="103965" y="287226"/>
                  </a:lnTo>
                  <a:lnTo>
                    <a:pt x="68199" y="287226"/>
                  </a:lnTo>
                  <a:lnTo>
                    <a:pt x="68199" y="32718"/>
                  </a:lnTo>
                  <a:lnTo>
                    <a:pt x="0" y="327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>
                <a:latin typeface="Muli" panose="02000503000000000000" pitchFamily="2" charset="0"/>
              </a:endParaRPr>
            </a:p>
          </p:txBody>
        </p:sp>
        <p:sp>
          <p:nvSpPr>
            <p:cNvPr id="21" name="手繪多邊形 12">
              <a:extLst>
                <a:ext uri="{FF2B5EF4-FFF2-40B4-BE49-F238E27FC236}">
                  <a16:creationId xmlns:a16="http://schemas.microsoft.com/office/drawing/2014/main" id="{BBF1EDB4-1053-65A5-D73E-B0652A570A26}"/>
                </a:ext>
              </a:extLst>
            </p:cNvPr>
            <p:cNvSpPr/>
            <p:nvPr/>
          </p:nvSpPr>
          <p:spPr>
            <a:xfrm>
              <a:off x="5016465" y="3902245"/>
              <a:ext cx="277663" cy="517007"/>
            </a:xfrm>
            <a:custGeom>
              <a:avLst/>
              <a:gdLst/>
              <a:ahLst/>
              <a:cxnLst/>
              <a:rect l="l" t="t" r="r" b="b"/>
              <a:pathLst>
                <a:path w="154257" h="287226">
                  <a:moveTo>
                    <a:pt x="0" y="0"/>
                  </a:moveTo>
                  <a:lnTo>
                    <a:pt x="154257" y="0"/>
                  </a:lnTo>
                  <a:lnTo>
                    <a:pt x="154257" y="32718"/>
                  </a:lnTo>
                  <a:lnTo>
                    <a:pt x="35766" y="32718"/>
                  </a:lnTo>
                  <a:lnTo>
                    <a:pt x="35766" y="113157"/>
                  </a:lnTo>
                  <a:lnTo>
                    <a:pt x="150828" y="113157"/>
                  </a:lnTo>
                  <a:lnTo>
                    <a:pt x="150828" y="145875"/>
                  </a:lnTo>
                  <a:lnTo>
                    <a:pt x="35766" y="145875"/>
                  </a:lnTo>
                  <a:lnTo>
                    <a:pt x="35766" y="254508"/>
                  </a:lnTo>
                  <a:lnTo>
                    <a:pt x="154257" y="254508"/>
                  </a:lnTo>
                  <a:lnTo>
                    <a:pt x="154257" y="287226"/>
                  </a:lnTo>
                  <a:lnTo>
                    <a:pt x="0" y="2872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>
                <a:latin typeface="Muli" panose="02000503000000000000" pitchFamily="2" charset="0"/>
              </a:endParaRPr>
            </a:p>
          </p:txBody>
        </p:sp>
        <p:sp>
          <p:nvSpPr>
            <p:cNvPr id="22" name="手繪多邊形 13">
              <a:extLst>
                <a:ext uri="{FF2B5EF4-FFF2-40B4-BE49-F238E27FC236}">
                  <a16:creationId xmlns:a16="http://schemas.microsoft.com/office/drawing/2014/main" id="{DD8220BD-7670-9388-C5CC-AF51DB8EB846}"/>
                </a:ext>
              </a:extLst>
            </p:cNvPr>
            <p:cNvSpPr/>
            <p:nvPr/>
          </p:nvSpPr>
          <p:spPr>
            <a:xfrm>
              <a:off x="5816793" y="3902245"/>
              <a:ext cx="375046" cy="517007"/>
            </a:xfrm>
            <a:custGeom>
              <a:avLst/>
              <a:gdLst/>
              <a:ahLst/>
              <a:cxnLst/>
              <a:rect l="l" t="t" r="r" b="b"/>
              <a:pathLst>
                <a:path w="208359" h="287226">
                  <a:moveTo>
                    <a:pt x="0" y="0"/>
                  </a:moveTo>
                  <a:lnTo>
                    <a:pt x="35767" y="0"/>
                  </a:lnTo>
                  <a:lnTo>
                    <a:pt x="35767" y="115824"/>
                  </a:lnTo>
                  <a:lnTo>
                    <a:pt x="172593" y="115824"/>
                  </a:lnTo>
                  <a:lnTo>
                    <a:pt x="172593" y="0"/>
                  </a:lnTo>
                  <a:lnTo>
                    <a:pt x="208359" y="0"/>
                  </a:lnTo>
                  <a:lnTo>
                    <a:pt x="208359" y="287226"/>
                  </a:lnTo>
                  <a:lnTo>
                    <a:pt x="172593" y="287226"/>
                  </a:lnTo>
                  <a:lnTo>
                    <a:pt x="172593" y="149304"/>
                  </a:lnTo>
                  <a:lnTo>
                    <a:pt x="35767" y="149304"/>
                  </a:lnTo>
                  <a:lnTo>
                    <a:pt x="35767" y="287226"/>
                  </a:lnTo>
                  <a:lnTo>
                    <a:pt x="0" y="2872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>
                <a:latin typeface="Muli" panose="02000503000000000000" pitchFamily="2" charset="0"/>
              </a:endParaRPr>
            </a:p>
          </p:txBody>
        </p:sp>
        <p:sp>
          <p:nvSpPr>
            <p:cNvPr id="23" name="手繪多邊形 14">
              <a:extLst>
                <a:ext uri="{FF2B5EF4-FFF2-40B4-BE49-F238E27FC236}">
                  <a16:creationId xmlns:a16="http://schemas.microsoft.com/office/drawing/2014/main" id="{B8B32167-BF6B-EACA-FA82-5EB6F0224B1E}"/>
                </a:ext>
              </a:extLst>
            </p:cNvPr>
            <p:cNvSpPr/>
            <p:nvPr/>
          </p:nvSpPr>
          <p:spPr>
            <a:xfrm>
              <a:off x="7382475" y="3902245"/>
              <a:ext cx="221427" cy="517007"/>
            </a:xfrm>
            <a:custGeom>
              <a:avLst/>
              <a:gdLst/>
              <a:ahLst/>
              <a:cxnLst/>
              <a:rect l="l" t="t" r="r" b="b"/>
              <a:pathLst>
                <a:path w="123015" h="287226">
                  <a:moveTo>
                    <a:pt x="0" y="0"/>
                  </a:moveTo>
                  <a:lnTo>
                    <a:pt x="35766" y="0"/>
                  </a:lnTo>
                  <a:lnTo>
                    <a:pt x="35766" y="254508"/>
                  </a:lnTo>
                  <a:lnTo>
                    <a:pt x="123015" y="254508"/>
                  </a:lnTo>
                  <a:lnTo>
                    <a:pt x="123015" y="287226"/>
                  </a:lnTo>
                  <a:lnTo>
                    <a:pt x="0" y="2872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>
                <a:latin typeface="Muli" panose="02000503000000000000" pitchFamily="2" charset="0"/>
              </a:endParaRPr>
            </a:p>
          </p:txBody>
        </p:sp>
        <p:sp>
          <p:nvSpPr>
            <p:cNvPr id="24" name="手繪多邊形 15">
              <a:extLst>
                <a:ext uri="{FF2B5EF4-FFF2-40B4-BE49-F238E27FC236}">
                  <a16:creationId xmlns:a16="http://schemas.microsoft.com/office/drawing/2014/main" id="{50DA7D9E-23DD-F715-4F7F-FD7F9780AC90}"/>
                </a:ext>
              </a:extLst>
            </p:cNvPr>
            <p:cNvSpPr/>
            <p:nvPr/>
          </p:nvSpPr>
          <p:spPr>
            <a:xfrm>
              <a:off x="8683437" y="3902245"/>
              <a:ext cx="401792" cy="517007"/>
            </a:xfrm>
            <a:custGeom>
              <a:avLst/>
              <a:gdLst/>
              <a:ahLst/>
              <a:cxnLst/>
              <a:rect l="l" t="t" r="r" b="b"/>
              <a:pathLst>
                <a:path w="223218" h="287226">
                  <a:moveTo>
                    <a:pt x="0" y="0"/>
                  </a:moveTo>
                  <a:lnTo>
                    <a:pt x="41148" y="0"/>
                  </a:lnTo>
                  <a:lnTo>
                    <a:pt x="111609" y="122662"/>
                  </a:lnTo>
                  <a:lnTo>
                    <a:pt x="182070" y="0"/>
                  </a:lnTo>
                  <a:lnTo>
                    <a:pt x="223218" y="0"/>
                  </a:lnTo>
                  <a:lnTo>
                    <a:pt x="129492" y="162279"/>
                  </a:lnTo>
                  <a:lnTo>
                    <a:pt x="129492" y="287226"/>
                  </a:lnTo>
                  <a:lnTo>
                    <a:pt x="93726" y="287226"/>
                  </a:lnTo>
                  <a:lnTo>
                    <a:pt x="93726" y="1622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>
                <a:latin typeface="Muli" panose="02000503000000000000" pitchFamily="2" charset="0"/>
              </a:endParaRPr>
            </a:p>
          </p:txBody>
        </p:sp>
        <p:sp>
          <p:nvSpPr>
            <p:cNvPr id="25" name="手繪多邊形 16">
              <a:extLst>
                <a:ext uri="{FF2B5EF4-FFF2-40B4-BE49-F238E27FC236}">
                  <a16:creationId xmlns:a16="http://schemas.microsoft.com/office/drawing/2014/main" id="{56A79EF7-8AC3-4C3E-0D5B-37232B63820A}"/>
                </a:ext>
              </a:extLst>
            </p:cNvPr>
            <p:cNvSpPr/>
            <p:nvPr/>
          </p:nvSpPr>
          <p:spPr>
            <a:xfrm>
              <a:off x="3491042" y="3075172"/>
              <a:ext cx="452542" cy="562955"/>
            </a:xfrm>
            <a:custGeom>
              <a:avLst/>
              <a:gdLst/>
              <a:ahLst/>
              <a:cxnLst/>
              <a:rect l="l" t="t" r="r" b="b"/>
              <a:pathLst>
                <a:path w="251412" h="312753">
                  <a:moveTo>
                    <a:pt x="0" y="0"/>
                  </a:moveTo>
                  <a:lnTo>
                    <a:pt x="215646" y="225898"/>
                  </a:lnTo>
                  <a:lnTo>
                    <a:pt x="215646" y="13716"/>
                  </a:lnTo>
                  <a:lnTo>
                    <a:pt x="251412" y="13716"/>
                  </a:lnTo>
                  <a:lnTo>
                    <a:pt x="251412" y="312753"/>
                  </a:lnTo>
                  <a:lnTo>
                    <a:pt x="35766" y="86856"/>
                  </a:lnTo>
                  <a:lnTo>
                    <a:pt x="35766" y="300942"/>
                  </a:lnTo>
                  <a:lnTo>
                    <a:pt x="0" y="3009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>
                <a:latin typeface="Muli" panose="02000503000000000000" pitchFamily="2" charset="0"/>
              </a:endParaRPr>
            </a:p>
          </p:txBody>
        </p:sp>
        <p:sp>
          <p:nvSpPr>
            <p:cNvPr id="26" name="手繪多邊形 17">
              <a:extLst>
                <a:ext uri="{FF2B5EF4-FFF2-40B4-BE49-F238E27FC236}">
                  <a16:creationId xmlns:a16="http://schemas.microsoft.com/office/drawing/2014/main" id="{41B5AE01-5F81-A0A0-9BBF-21634CD89D14}"/>
                </a:ext>
              </a:extLst>
            </p:cNvPr>
            <p:cNvSpPr/>
            <p:nvPr/>
          </p:nvSpPr>
          <p:spPr>
            <a:xfrm>
              <a:off x="9200327" y="3075172"/>
              <a:ext cx="452542" cy="562955"/>
            </a:xfrm>
            <a:custGeom>
              <a:avLst/>
              <a:gdLst/>
              <a:ahLst/>
              <a:cxnLst/>
              <a:rect l="l" t="t" r="r" b="b"/>
              <a:pathLst>
                <a:path w="251412" h="312753">
                  <a:moveTo>
                    <a:pt x="0" y="0"/>
                  </a:moveTo>
                  <a:lnTo>
                    <a:pt x="215646" y="225898"/>
                  </a:lnTo>
                  <a:lnTo>
                    <a:pt x="215646" y="13716"/>
                  </a:lnTo>
                  <a:lnTo>
                    <a:pt x="251412" y="13716"/>
                  </a:lnTo>
                  <a:lnTo>
                    <a:pt x="251412" y="312753"/>
                  </a:lnTo>
                  <a:lnTo>
                    <a:pt x="35766" y="86856"/>
                  </a:lnTo>
                  <a:lnTo>
                    <a:pt x="35766" y="300942"/>
                  </a:lnTo>
                  <a:lnTo>
                    <a:pt x="0" y="3009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>
                <a:latin typeface="Muli" panose="02000503000000000000" pitchFamily="2" charset="0"/>
              </a:endParaRPr>
            </a:p>
          </p:txBody>
        </p:sp>
        <p:sp>
          <p:nvSpPr>
            <p:cNvPr id="27" name="手繪多邊形 18">
              <a:extLst>
                <a:ext uri="{FF2B5EF4-FFF2-40B4-BE49-F238E27FC236}">
                  <a16:creationId xmlns:a16="http://schemas.microsoft.com/office/drawing/2014/main" id="{977527BE-FBDA-C9DF-DA9A-62756D72317F}"/>
                </a:ext>
              </a:extLst>
            </p:cNvPr>
            <p:cNvSpPr/>
            <p:nvPr/>
          </p:nvSpPr>
          <p:spPr>
            <a:xfrm>
              <a:off x="5338587" y="3088886"/>
              <a:ext cx="324983" cy="538952"/>
            </a:xfrm>
            <a:custGeom>
              <a:avLst/>
              <a:gdLst/>
              <a:ahLst/>
              <a:cxnLst/>
              <a:rect l="l" t="t" r="r" b="b"/>
              <a:pathLst>
                <a:path w="180546" h="299418">
                  <a:moveTo>
                    <a:pt x="97513" y="0"/>
                  </a:moveTo>
                  <a:cubicBezTo>
                    <a:pt x="113626" y="71"/>
                    <a:pt x="127995" y="3829"/>
                    <a:pt x="140621" y="11273"/>
                  </a:cubicBezTo>
                  <a:cubicBezTo>
                    <a:pt x="153247" y="18718"/>
                    <a:pt x="163512" y="29423"/>
                    <a:pt x="171415" y="43390"/>
                  </a:cubicBezTo>
                  <a:lnTo>
                    <a:pt x="142875" y="60538"/>
                  </a:lnTo>
                  <a:cubicBezTo>
                    <a:pt x="137641" y="51575"/>
                    <a:pt x="131336" y="44826"/>
                    <a:pt x="123958" y="40293"/>
                  </a:cubicBezTo>
                  <a:cubicBezTo>
                    <a:pt x="116581" y="35759"/>
                    <a:pt x="107511" y="33488"/>
                    <a:pt x="96751" y="33480"/>
                  </a:cubicBezTo>
                  <a:cubicBezTo>
                    <a:pt x="84743" y="33607"/>
                    <a:pt x="73879" y="37260"/>
                    <a:pt x="64159" y="44437"/>
                  </a:cubicBezTo>
                  <a:cubicBezTo>
                    <a:pt x="54438" y="51614"/>
                    <a:pt x="49292" y="61554"/>
                    <a:pt x="48720" y="74257"/>
                  </a:cubicBezTo>
                  <a:cubicBezTo>
                    <a:pt x="49268" y="85380"/>
                    <a:pt x="53700" y="94192"/>
                    <a:pt x="62015" y="100694"/>
                  </a:cubicBezTo>
                  <a:cubicBezTo>
                    <a:pt x="70329" y="107196"/>
                    <a:pt x="79240" y="112102"/>
                    <a:pt x="88746" y="115413"/>
                  </a:cubicBezTo>
                  <a:lnTo>
                    <a:pt x="109330" y="123416"/>
                  </a:lnTo>
                  <a:cubicBezTo>
                    <a:pt x="130137" y="131021"/>
                    <a:pt x="147104" y="141437"/>
                    <a:pt x="160230" y="154664"/>
                  </a:cubicBezTo>
                  <a:cubicBezTo>
                    <a:pt x="173355" y="167890"/>
                    <a:pt x="180128" y="186309"/>
                    <a:pt x="180546" y="209920"/>
                  </a:cubicBezTo>
                  <a:cubicBezTo>
                    <a:pt x="179938" y="236490"/>
                    <a:pt x="171070" y="257932"/>
                    <a:pt x="153944" y="274247"/>
                  </a:cubicBezTo>
                  <a:cubicBezTo>
                    <a:pt x="136817" y="290562"/>
                    <a:pt x="115085" y="298952"/>
                    <a:pt x="88746" y="299418"/>
                  </a:cubicBezTo>
                  <a:cubicBezTo>
                    <a:pt x="65088" y="298952"/>
                    <a:pt x="45247" y="291324"/>
                    <a:pt x="29224" y="276533"/>
                  </a:cubicBezTo>
                  <a:cubicBezTo>
                    <a:pt x="13200" y="261743"/>
                    <a:pt x="3459" y="242587"/>
                    <a:pt x="0" y="219066"/>
                  </a:cubicBezTo>
                  <a:lnTo>
                    <a:pt x="36164" y="211444"/>
                  </a:lnTo>
                  <a:cubicBezTo>
                    <a:pt x="36386" y="227553"/>
                    <a:pt x="41751" y="240588"/>
                    <a:pt x="52258" y="250552"/>
                  </a:cubicBezTo>
                  <a:cubicBezTo>
                    <a:pt x="62766" y="260516"/>
                    <a:pt x="75945" y="265644"/>
                    <a:pt x="91795" y="265938"/>
                  </a:cubicBezTo>
                  <a:cubicBezTo>
                    <a:pt x="107511" y="265485"/>
                    <a:pt x="120202" y="259912"/>
                    <a:pt x="129866" y="249218"/>
                  </a:cubicBezTo>
                  <a:cubicBezTo>
                    <a:pt x="139531" y="238524"/>
                    <a:pt x="144502" y="225425"/>
                    <a:pt x="144780" y="209920"/>
                  </a:cubicBezTo>
                  <a:cubicBezTo>
                    <a:pt x="144264" y="194788"/>
                    <a:pt x="139102" y="183133"/>
                    <a:pt x="129294" y="174956"/>
                  </a:cubicBezTo>
                  <a:cubicBezTo>
                    <a:pt x="119487" y="166779"/>
                    <a:pt x="108131" y="160269"/>
                    <a:pt x="95226" y="155426"/>
                  </a:cubicBezTo>
                  <a:lnTo>
                    <a:pt x="75404" y="147042"/>
                  </a:lnTo>
                  <a:cubicBezTo>
                    <a:pt x="58464" y="140342"/>
                    <a:pt x="43960" y="131450"/>
                    <a:pt x="31890" y="120367"/>
                  </a:cubicBezTo>
                  <a:cubicBezTo>
                    <a:pt x="19820" y="109284"/>
                    <a:pt x="13508" y="93914"/>
                    <a:pt x="12954" y="74257"/>
                  </a:cubicBezTo>
                  <a:cubicBezTo>
                    <a:pt x="13193" y="58706"/>
                    <a:pt x="17282" y="45403"/>
                    <a:pt x="25220" y="34346"/>
                  </a:cubicBezTo>
                  <a:cubicBezTo>
                    <a:pt x="33158" y="23289"/>
                    <a:pt x="43510" y="14814"/>
                    <a:pt x="56277" y="8922"/>
                  </a:cubicBezTo>
                  <a:cubicBezTo>
                    <a:pt x="69043" y="3030"/>
                    <a:pt x="82789" y="56"/>
                    <a:pt x="97513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>
                <a:latin typeface="Muli" panose="02000503000000000000" pitchFamily="2" charset="0"/>
              </a:endParaRPr>
            </a:p>
          </p:txBody>
        </p:sp>
        <p:sp>
          <p:nvSpPr>
            <p:cNvPr id="28" name="手繪多邊形 19">
              <a:extLst>
                <a:ext uri="{FF2B5EF4-FFF2-40B4-BE49-F238E27FC236}">
                  <a16:creationId xmlns:a16="http://schemas.microsoft.com/office/drawing/2014/main" id="{520153F7-1D31-ED68-D1CD-413797AD4078}"/>
                </a:ext>
              </a:extLst>
            </p:cNvPr>
            <p:cNvSpPr/>
            <p:nvPr/>
          </p:nvSpPr>
          <p:spPr>
            <a:xfrm>
              <a:off x="6752707" y="3088886"/>
              <a:ext cx="541696" cy="538952"/>
            </a:xfrm>
            <a:custGeom>
              <a:avLst/>
              <a:gdLst/>
              <a:ahLst/>
              <a:cxnLst/>
              <a:rect l="l" t="t" r="r" b="b"/>
              <a:pathLst>
                <a:path w="300942" h="299418">
                  <a:moveTo>
                    <a:pt x="150472" y="0"/>
                  </a:moveTo>
                  <a:cubicBezTo>
                    <a:pt x="178243" y="324"/>
                    <a:pt x="203441" y="7165"/>
                    <a:pt x="226066" y="20522"/>
                  </a:cubicBezTo>
                  <a:cubicBezTo>
                    <a:pt x="248692" y="33879"/>
                    <a:pt x="266744" y="51810"/>
                    <a:pt x="280223" y="74313"/>
                  </a:cubicBezTo>
                  <a:cubicBezTo>
                    <a:pt x="293703" y="96816"/>
                    <a:pt x="300609" y="121948"/>
                    <a:pt x="300942" y="149710"/>
                  </a:cubicBezTo>
                  <a:cubicBezTo>
                    <a:pt x="300623" y="178431"/>
                    <a:pt x="293773" y="204015"/>
                    <a:pt x="280393" y="226461"/>
                  </a:cubicBezTo>
                  <a:cubicBezTo>
                    <a:pt x="267012" y="248908"/>
                    <a:pt x="249016" y="266612"/>
                    <a:pt x="226405" y="279574"/>
                  </a:cubicBezTo>
                  <a:cubicBezTo>
                    <a:pt x="203794" y="292536"/>
                    <a:pt x="178483" y="299151"/>
                    <a:pt x="150472" y="299418"/>
                  </a:cubicBezTo>
                  <a:cubicBezTo>
                    <a:pt x="122461" y="299151"/>
                    <a:pt x="97149" y="292536"/>
                    <a:pt x="74538" y="279574"/>
                  </a:cubicBezTo>
                  <a:cubicBezTo>
                    <a:pt x="51927" y="266612"/>
                    <a:pt x="33931" y="248908"/>
                    <a:pt x="20550" y="226461"/>
                  </a:cubicBezTo>
                  <a:cubicBezTo>
                    <a:pt x="7169" y="204015"/>
                    <a:pt x="319" y="178431"/>
                    <a:pt x="0" y="149710"/>
                  </a:cubicBezTo>
                  <a:cubicBezTo>
                    <a:pt x="333" y="121948"/>
                    <a:pt x="7240" y="96816"/>
                    <a:pt x="20719" y="74313"/>
                  </a:cubicBezTo>
                  <a:cubicBezTo>
                    <a:pt x="34199" y="51810"/>
                    <a:pt x="52251" y="33879"/>
                    <a:pt x="74877" y="20522"/>
                  </a:cubicBezTo>
                  <a:cubicBezTo>
                    <a:pt x="97502" y="7165"/>
                    <a:pt x="122701" y="324"/>
                    <a:pt x="150472" y="0"/>
                  </a:cubicBezTo>
                  <a:close/>
                  <a:moveTo>
                    <a:pt x="150472" y="33480"/>
                  </a:moveTo>
                  <a:cubicBezTo>
                    <a:pt x="127821" y="33744"/>
                    <a:pt x="107915" y="39103"/>
                    <a:pt x="90755" y="49556"/>
                  </a:cubicBezTo>
                  <a:cubicBezTo>
                    <a:pt x="73595" y="60010"/>
                    <a:pt x="60181" y="73979"/>
                    <a:pt x="50516" y="91461"/>
                  </a:cubicBezTo>
                  <a:cubicBezTo>
                    <a:pt x="40850" y="108944"/>
                    <a:pt x="35933" y="128360"/>
                    <a:pt x="35766" y="149710"/>
                  </a:cubicBezTo>
                  <a:cubicBezTo>
                    <a:pt x="36032" y="171779"/>
                    <a:pt x="41344" y="191534"/>
                    <a:pt x="51701" y="208974"/>
                  </a:cubicBezTo>
                  <a:cubicBezTo>
                    <a:pt x="62059" y="226414"/>
                    <a:pt x="75867" y="240213"/>
                    <a:pt x="93126" y="250370"/>
                  </a:cubicBezTo>
                  <a:cubicBezTo>
                    <a:pt x="110385" y="260528"/>
                    <a:pt x="129500" y="265717"/>
                    <a:pt x="150472" y="265938"/>
                  </a:cubicBezTo>
                  <a:cubicBezTo>
                    <a:pt x="171443" y="265717"/>
                    <a:pt x="190558" y="260528"/>
                    <a:pt x="207817" y="250370"/>
                  </a:cubicBezTo>
                  <a:cubicBezTo>
                    <a:pt x="225076" y="240213"/>
                    <a:pt x="238884" y="226414"/>
                    <a:pt x="249242" y="208974"/>
                  </a:cubicBezTo>
                  <a:cubicBezTo>
                    <a:pt x="259599" y="191534"/>
                    <a:pt x="264910" y="171779"/>
                    <a:pt x="265176" y="149710"/>
                  </a:cubicBezTo>
                  <a:cubicBezTo>
                    <a:pt x="265009" y="128360"/>
                    <a:pt x="260093" y="108944"/>
                    <a:pt x="250427" y="91461"/>
                  </a:cubicBezTo>
                  <a:cubicBezTo>
                    <a:pt x="240761" y="73979"/>
                    <a:pt x="227349" y="60010"/>
                    <a:pt x="210188" y="49556"/>
                  </a:cubicBezTo>
                  <a:cubicBezTo>
                    <a:pt x="193028" y="39103"/>
                    <a:pt x="173123" y="33744"/>
                    <a:pt x="150472" y="3348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>
                <a:latin typeface="Muli" panose="02000503000000000000" pitchFamily="2" charset="0"/>
              </a:endParaRPr>
            </a:p>
          </p:txBody>
        </p:sp>
        <p:sp>
          <p:nvSpPr>
            <p:cNvPr id="29" name="手繪多邊形 20">
              <a:extLst>
                <a:ext uri="{FF2B5EF4-FFF2-40B4-BE49-F238E27FC236}">
                  <a16:creationId xmlns:a16="http://schemas.microsoft.com/office/drawing/2014/main" id="{351691D2-E199-D55B-9857-9B0E54BD500E}"/>
                </a:ext>
              </a:extLst>
            </p:cNvPr>
            <p:cNvSpPr/>
            <p:nvPr/>
          </p:nvSpPr>
          <p:spPr>
            <a:xfrm>
              <a:off x="7858902" y="3088886"/>
              <a:ext cx="324983" cy="538952"/>
            </a:xfrm>
            <a:custGeom>
              <a:avLst/>
              <a:gdLst/>
              <a:ahLst/>
              <a:cxnLst/>
              <a:rect l="l" t="t" r="r" b="b"/>
              <a:pathLst>
                <a:path w="180546" h="299418">
                  <a:moveTo>
                    <a:pt x="97513" y="0"/>
                  </a:moveTo>
                  <a:cubicBezTo>
                    <a:pt x="113626" y="71"/>
                    <a:pt x="127995" y="3829"/>
                    <a:pt x="140621" y="11273"/>
                  </a:cubicBezTo>
                  <a:cubicBezTo>
                    <a:pt x="153247" y="18718"/>
                    <a:pt x="163511" y="29423"/>
                    <a:pt x="171414" y="43390"/>
                  </a:cubicBezTo>
                  <a:lnTo>
                    <a:pt x="142875" y="60538"/>
                  </a:lnTo>
                  <a:cubicBezTo>
                    <a:pt x="137641" y="51575"/>
                    <a:pt x="131336" y="44826"/>
                    <a:pt x="123958" y="40293"/>
                  </a:cubicBezTo>
                  <a:cubicBezTo>
                    <a:pt x="116580" y="35759"/>
                    <a:pt x="107511" y="33488"/>
                    <a:pt x="96750" y="33480"/>
                  </a:cubicBezTo>
                  <a:cubicBezTo>
                    <a:pt x="84743" y="33607"/>
                    <a:pt x="73879" y="37260"/>
                    <a:pt x="64159" y="44437"/>
                  </a:cubicBezTo>
                  <a:cubicBezTo>
                    <a:pt x="54438" y="51614"/>
                    <a:pt x="49292" y="61554"/>
                    <a:pt x="48720" y="74257"/>
                  </a:cubicBezTo>
                  <a:cubicBezTo>
                    <a:pt x="49268" y="85380"/>
                    <a:pt x="53700" y="94192"/>
                    <a:pt x="62014" y="100694"/>
                  </a:cubicBezTo>
                  <a:cubicBezTo>
                    <a:pt x="70329" y="107196"/>
                    <a:pt x="79240" y="112102"/>
                    <a:pt x="88745" y="115413"/>
                  </a:cubicBezTo>
                  <a:lnTo>
                    <a:pt x="109330" y="123416"/>
                  </a:lnTo>
                  <a:cubicBezTo>
                    <a:pt x="130137" y="131021"/>
                    <a:pt x="147104" y="141437"/>
                    <a:pt x="160229" y="154664"/>
                  </a:cubicBezTo>
                  <a:cubicBezTo>
                    <a:pt x="173355" y="167890"/>
                    <a:pt x="180128" y="186309"/>
                    <a:pt x="180546" y="209920"/>
                  </a:cubicBezTo>
                  <a:cubicBezTo>
                    <a:pt x="179938" y="236490"/>
                    <a:pt x="171070" y="257932"/>
                    <a:pt x="153944" y="274247"/>
                  </a:cubicBezTo>
                  <a:cubicBezTo>
                    <a:pt x="136817" y="290562"/>
                    <a:pt x="115084" y="298952"/>
                    <a:pt x="88745" y="299418"/>
                  </a:cubicBezTo>
                  <a:cubicBezTo>
                    <a:pt x="65088" y="298952"/>
                    <a:pt x="45247" y="291324"/>
                    <a:pt x="29224" y="276533"/>
                  </a:cubicBezTo>
                  <a:cubicBezTo>
                    <a:pt x="13200" y="261743"/>
                    <a:pt x="3459" y="242587"/>
                    <a:pt x="0" y="219066"/>
                  </a:cubicBezTo>
                  <a:lnTo>
                    <a:pt x="36164" y="211444"/>
                  </a:lnTo>
                  <a:cubicBezTo>
                    <a:pt x="36386" y="227553"/>
                    <a:pt x="41751" y="240588"/>
                    <a:pt x="52258" y="250552"/>
                  </a:cubicBezTo>
                  <a:cubicBezTo>
                    <a:pt x="62766" y="260516"/>
                    <a:pt x="75945" y="265644"/>
                    <a:pt x="91795" y="265938"/>
                  </a:cubicBezTo>
                  <a:cubicBezTo>
                    <a:pt x="107511" y="265485"/>
                    <a:pt x="120202" y="259912"/>
                    <a:pt x="129866" y="249218"/>
                  </a:cubicBezTo>
                  <a:cubicBezTo>
                    <a:pt x="139531" y="238524"/>
                    <a:pt x="144502" y="225425"/>
                    <a:pt x="144780" y="209920"/>
                  </a:cubicBezTo>
                  <a:cubicBezTo>
                    <a:pt x="144264" y="194788"/>
                    <a:pt x="139102" y="183133"/>
                    <a:pt x="129294" y="174956"/>
                  </a:cubicBezTo>
                  <a:cubicBezTo>
                    <a:pt x="119487" y="166779"/>
                    <a:pt x="108131" y="160269"/>
                    <a:pt x="95226" y="155426"/>
                  </a:cubicBezTo>
                  <a:lnTo>
                    <a:pt x="75404" y="147042"/>
                  </a:lnTo>
                  <a:cubicBezTo>
                    <a:pt x="58464" y="140342"/>
                    <a:pt x="43959" y="131450"/>
                    <a:pt x="31890" y="120367"/>
                  </a:cubicBezTo>
                  <a:cubicBezTo>
                    <a:pt x="19820" y="109284"/>
                    <a:pt x="13508" y="93914"/>
                    <a:pt x="12954" y="74257"/>
                  </a:cubicBezTo>
                  <a:cubicBezTo>
                    <a:pt x="13193" y="58706"/>
                    <a:pt x="17282" y="45403"/>
                    <a:pt x="25220" y="34346"/>
                  </a:cubicBezTo>
                  <a:cubicBezTo>
                    <a:pt x="33158" y="23289"/>
                    <a:pt x="43510" y="14814"/>
                    <a:pt x="56276" y="8922"/>
                  </a:cubicBezTo>
                  <a:cubicBezTo>
                    <a:pt x="69043" y="3030"/>
                    <a:pt x="82789" y="56"/>
                    <a:pt x="97513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>
                <a:latin typeface="Muli" panose="02000503000000000000" pitchFamily="2" charset="0"/>
              </a:endParaRPr>
            </a:p>
          </p:txBody>
        </p:sp>
        <p:sp>
          <p:nvSpPr>
            <p:cNvPr id="30" name="手繪多邊形 21">
              <a:extLst>
                <a:ext uri="{FF2B5EF4-FFF2-40B4-BE49-F238E27FC236}">
                  <a16:creationId xmlns:a16="http://schemas.microsoft.com/office/drawing/2014/main" id="{FFDEF636-9056-780B-C7F1-57C72C35288B}"/>
                </a:ext>
              </a:extLst>
            </p:cNvPr>
            <p:cNvSpPr/>
            <p:nvPr/>
          </p:nvSpPr>
          <p:spPr>
            <a:xfrm>
              <a:off x="8217578" y="3088886"/>
              <a:ext cx="405221" cy="538954"/>
            </a:xfrm>
            <a:custGeom>
              <a:avLst/>
              <a:gdLst/>
              <a:ahLst/>
              <a:cxnLst/>
              <a:rect l="l" t="t" r="r" b="b"/>
              <a:pathLst>
                <a:path w="225123" h="299419">
                  <a:moveTo>
                    <a:pt x="152733" y="1"/>
                  </a:moveTo>
                  <a:cubicBezTo>
                    <a:pt x="165393" y="-23"/>
                    <a:pt x="177887" y="1546"/>
                    <a:pt x="190214" y="4709"/>
                  </a:cubicBezTo>
                  <a:cubicBezTo>
                    <a:pt x="202541" y="7871"/>
                    <a:pt x="214177" y="12770"/>
                    <a:pt x="225123" y="19404"/>
                  </a:cubicBezTo>
                  <a:lnTo>
                    <a:pt x="225123" y="60920"/>
                  </a:lnTo>
                  <a:cubicBezTo>
                    <a:pt x="214654" y="51743"/>
                    <a:pt x="202827" y="44756"/>
                    <a:pt x="189643" y="39960"/>
                  </a:cubicBezTo>
                  <a:cubicBezTo>
                    <a:pt x="176458" y="35165"/>
                    <a:pt x="163012" y="32751"/>
                    <a:pt x="149304" y="32719"/>
                  </a:cubicBezTo>
                  <a:cubicBezTo>
                    <a:pt x="127632" y="32990"/>
                    <a:pt x="108281" y="38419"/>
                    <a:pt x="91251" y="49007"/>
                  </a:cubicBezTo>
                  <a:cubicBezTo>
                    <a:pt x="74221" y="59595"/>
                    <a:pt x="60769" y="73719"/>
                    <a:pt x="50893" y="91378"/>
                  </a:cubicBezTo>
                  <a:cubicBezTo>
                    <a:pt x="41018" y="109037"/>
                    <a:pt x="35975" y="128608"/>
                    <a:pt x="35766" y="150092"/>
                  </a:cubicBezTo>
                  <a:cubicBezTo>
                    <a:pt x="35973" y="171326"/>
                    <a:pt x="40978" y="190719"/>
                    <a:pt x="50780" y="208269"/>
                  </a:cubicBezTo>
                  <a:cubicBezTo>
                    <a:pt x="60583" y="225820"/>
                    <a:pt x="73942" y="239877"/>
                    <a:pt x="90856" y="250442"/>
                  </a:cubicBezTo>
                  <a:cubicBezTo>
                    <a:pt x="107771" y="261006"/>
                    <a:pt x="126999" y="266426"/>
                    <a:pt x="148542" y="266701"/>
                  </a:cubicBezTo>
                  <a:cubicBezTo>
                    <a:pt x="162735" y="266653"/>
                    <a:pt x="176355" y="264081"/>
                    <a:pt x="189405" y="258984"/>
                  </a:cubicBezTo>
                  <a:cubicBezTo>
                    <a:pt x="202454" y="253887"/>
                    <a:pt x="214360" y="246552"/>
                    <a:pt x="225123" y="236977"/>
                  </a:cubicBezTo>
                  <a:lnTo>
                    <a:pt x="225123" y="279256"/>
                  </a:lnTo>
                  <a:cubicBezTo>
                    <a:pt x="213884" y="285755"/>
                    <a:pt x="201692" y="290732"/>
                    <a:pt x="188547" y="294188"/>
                  </a:cubicBezTo>
                  <a:cubicBezTo>
                    <a:pt x="175403" y="297644"/>
                    <a:pt x="162449" y="299388"/>
                    <a:pt x="149685" y="299419"/>
                  </a:cubicBezTo>
                  <a:cubicBezTo>
                    <a:pt x="122049" y="299128"/>
                    <a:pt x="96978" y="292476"/>
                    <a:pt x="74471" y="279462"/>
                  </a:cubicBezTo>
                  <a:cubicBezTo>
                    <a:pt x="51965" y="266448"/>
                    <a:pt x="34009" y="248819"/>
                    <a:pt x="20604" y="226575"/>
                  </a:cubicBezTo>
                  <a:cubicBezTo>
                    <a:pt x="7199" y="204331"/>
                    <a:pt x="331" y="179218"/>
                    <a:pt x="0" y="151235"/>
                  </a:cubicBezTo>
                  <a:cubicBezTo>
                    <a:pt x="319" y="122615"/>
                    <a:pt x="7253" y="96956"/>
                    <a:pt x="20801" y="74257"/>
                  </a:cubicBezTo>
                  <a:cubicBezTo>
                    <a:pt x="34350" y="51559"/>
                    <a:pt x="52597" y="33582"/>
                    <a:pt x="75544" y="20325"/>
                  </a:cubicBezTo>
                  <a:cubicBezTo>
                    <a:pt x="98490" y="7069"/>
                    <a:pt x="124220" y="294"/>
                    <a:pt x="152733" y="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>
                <a:latin typeface="Muli" panose="02000503000000000000" pitchFamily="2" charset="0"/>
              </a:endParaRPr>
            </a:p>
          </p:txBody>
        </p:sp>
        <p:sp>
          <p:nvSpPr>
            <p:cNvPr id="31" name="手繪多邊形 22">
              <a:extLst>
                <a:ext uri="{FF2B5EF4-FFF2-40B4-BE49-F238E27FC236}">
                  <a16:creationId xmlns:a16="http://schemas.microsoft.com/office/drawing/2014/main" id="{1A2253E2-81F3-A150-563C-F7B109D7663E}"/>
                </a:ext>
              </a:extLst>
            </p:cNvPr>
            <p:cNvSpPr/>
            <p:nvPr/>
          </p:nvSpPr>
          <p:spPr>
            <a:xfrm>
              <a:off x="9709193" y="3088886"/>
              <a:ext cx="405221" cy="538954"/>
            </a:xfrm>
            <a:custGeom>
              <a:avLst/>
              <a:gdLst/>
              <a:ahLst/>
              <a:cxnLst/>
              <a:rect l="l" t="t" r="r" b="b"/>
              <a:pathLst>
                <a:path w="225123" h="299419">
                  <a:moveTo>
                    <a:pt x="152733" y="1"/>
                  </a:moveTo>
                  <a:cubicBezTo>
                    <a:pt x="165394" y="-23"/>
                    <a:pt x="177887" y="1546"/>
                    <a:pt x="190214" y="4709"/>
                  </a:cubicBezTo>
                  <a:cubicBezTo>
                    <a:pt x="202541" y="7871"/>
                    <a:pt x="214177" y="12770"/>
                    <a:pt x="225123" y="19404"/>
                  </a:cubicBezTo>
                  <a:lnTo>
                    <a:pt x="225123" y="60920"/>
                  </a:lnTo>
                  <a:cubicBezTo>
                    <a:pt x="214654" y="51743"/>
                    <a:pt x="202827" y="44756"/>
                    <a:pt x="189643" y="39960"/>
                  </a:cubicBezTo>
                  <a:cubicBezTo>
                    <a:pt x="176458" y="35165"/>
                    <a:pt x="163013" y="32751"/>
                    <a:pt x="149304" y="32719"/>
                  </a:cubicBezTo>
                  <a:cubicBezTo>
                    <a:pt x="127632" y="32990"/>
                    <a:pt x="108281" y="38419"/>
                    <a:pt x="91251" y="49007"/>
                  </a:cubicBezTo>
                  <a:cubicBezTo>
                    <a:pt x="74221" y="59595"/>
                    <a:pt x="60769" y="73719"/>
                    <a:pt x="50893" y="91378"/>
                  </a:cubicBezTo>
                  <a:cubicBezTo>
                    <a:pt x="41018" y="109037"/>
                    <a:pt x="35976" y="128608"/>
                    <a:pt x="35766" y="150092"/>
                  </a:cubicBezTo>
                  <a:cubicBezTo>
                    <a:pt x="35973" y="171326"/>
                    <a:pt x="40978" y="190719"/>
                    <a:pt x="50780" y="208269"/>
                  </a:cubicBezTo>
                  <a:cubicBezTo>
                    <a:pt x="60583" y="225820"/>
                    <a:pt x="73941" y="239877"/>
                    <a:pt x="90856" y="250442"/>
                  </a:cubicBezTo>
                  <a:cubicBezTo>
                    <a:pt x="107771" y="261006"/>
                    <a:pt x="126999" y="266426"/>
                    <a:pt x="148542" y="266701"/>
                  </a:cubicBezTo>
                  <a:cubicBezTo>
                    <a:pt x="162735" y="266653"/>
                    <a:pt x="176355" y="264081"/>
                    <a:pt x="189405" y="258984"/>
                  </a:cubicBezTo>
                  <a:cubicBezTo>
                    <a:pt x="202454" y="253887"/>
                    <a:pt x="214360" y="246552"/>
                    <a:pt x="225123" y="236977"/>
                  </a:cubicBezTo>
                  <a:lnTo>
                    <a:pt x="225123" y="279256"/>
                  </a:lnTo>
                  <a:cubicBezTo>
                    <a:pt x="213884" y="285755"/>
                    <a:pt x="201692" y="290732"/>
                    <a:pt x="188547" y="294188"/>
                  </a:cubicBezTo>
                  <a:cubicBezTo>
                    <a:pt x="175403" y="297644"/>
                    <a:pt x="162449" y="299388"/>
                    <a:pt x="149685" y="299419"/>
                  </a:cubicBezTo>
                  <a:cubicBezTo>
                    <a:pt x="122049" y="299128"/>
                    <a:pt x="96978" y="292476"/>
                    <a:pt x="74471" y="279462"/>
                  </a:cubicBezTo>
                  <a:cubicBezTo>
                    <a:pt x="51965" y="266448"/>
                    <a:pt x="34009" y="248819"/>
                    <a:pt x="20604" y="226575"/>
                  </a:cubicBezTo>
                  <a:cubicBezTo>
                    <a:pt x="7199" y="204331"/>
                    <a:pt x="331" y="179218"/>
                    <a:pt x="0" y="151235"/>
                  </a:cubicBezTo>
                  <a:cubicBezTo>
                    <a:pt x="319" y="122615"/>
                    <a:pt x="7253" y="96956"/>
                    <a:pt x="20802" y="74257"/>
                  </a:cubicBezTo>
                  <a:cubicBezTo>
                    <a:pt x="34350" y="51559"/>
                    <a:pt x="52597" y="33582"/>
                    <a:pt x="75544" y="20325"/>
                  </a:cubicBezTo>
                  <a:cubicBezTo>
                    <a:pt x="98490" y="7069"/>
                    <a:pt x="124220" y="294"/>
                    <a:pt x="152733" y="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>
                <a:latin typeface="Muli" panose="02000503000000000000" pitchFamily="2" charset="0"/>
              </a:endParaRPr>
            </a:p>
          </p:txBody>
        </p:sp>
        <p:sp>
          <p:nvSpPr>
            <p:cNvPr id="32" name="手繪多邊形 23">
              <a:extLst>
                <a:ext uri="{FF2B5EF4-FFF2-40B4-BE49-F238E27FC236}">
                  <a16:creationId xmlns:a16="http://schemas.microsoft.com/office/drawing/2014/main" id="{ADFE800D-E2F3-ACEC-6C3A-F1FDED7405B7}"/>
                </a:ext>
              </a:extLst>
            </p:cNvPr>
            <p:cNvSpPr/>
            <p:nvPr/>
          </p:nvSpPr>
          <p:spPr>
            <a:xfrm>
              <a:off x="3025384" y="3099859"/>
              <a:ext cx="378475" cy="527980"/>
            </a:xfrm>
            <a:custGeom>
              <a:avLst/>
              <a:gdLst/>
              <a:ahLst/>
              <a:cxnLst/>
              <a:rect l="l" t="t" r="r" b="b"/>
              <a:pathLst>
                <a:path w="210264" h="293322">
                  <a:moveTo>
                    <a:pt x="0" y="0"/>
                  </a:moveTo>
                  <a:lnTo>
                    <a:pt x="35766" y="0"/>
                  </a:lnTo>
                  <a:lnTo>
                    <a:pt x="35766" y="169545"/>
                  </a:lnTo>
                  <a:cubicBezTo>
                    <a:pt x="35599" y="185413"/>
                    <a:pt x="37500" y="200159"/>
                    <a:pt x="41469" y="213783"/>
                  </a:cubicBezTo>
                  <a:cubicBezTo>
                    <a:pt x="45438" y="227408"/>
                    <a:pt x="52477" y="238428"/>
                    <a:pt x="62587" y="246846"/>
                  </a:cubicBezTo>
                  <a:cubicBezTo>
                    <a:pt x="72696" y="255263"/>
                    <a:pt x="86878" y="259595"/>
                    <a:pt x="105133" y="259842"/>
                  </a:cubicBezTo>
                  <a:cubicBezTo>
                    <a:pt x="123387" y="259595"/>
                    <a:pt x="137569" y="255263"/>
                    <a:pt x="147678" y="246846"/>
                  </a:cubicBezTo>
                  <a:cubicBezTo>
                    <a:pt x="157788" y="238428"/>
                    <a:pt x="164827" y="227408"/>
                    <a:pt x="168795" y="213783"/>
                  </a:cubicBezTo>
                  <a:cubicBezTo>
                    <a:pt x="172764" y="200159"/>
                    <a:pt x="174665" y="185413"/>
                    <a:pt x="174498" y="169545"/>
                  </a:cubicBezTo>
                  <a:lnTo>
                    <a:pt x="174498" y="0"/>
                  </a:lnTo>
                  <a:lnTo>
                    <a:pt x="210264" y="0"/>
                  </a:lnTo>
                  <a:lnTo>
                    <a:pt x="210264" y="181737"/>
                  </a:lnTo>
                  <a:cubicBezTo>
                    <a:pt x="210187" y="203025"/>
                    <a:pt x="205986" y="222038"/>
                    <a:pt x="197661" y="238776"/>
                  </a:cubicBezTo>
                  <a:cubicBezTo>
                    <a:pt x="189335" y="255513"/>
                    <a:pt x="177346" y="268737"/>
                    <a:pt x="161694" y="278447"/>
                  </a:cubicBezTo>
                  <a:cubicBezTo>
                    <a:pt x="146042" y="288158"/>
                    <a:pt x="127188" y="293116"/>
                    <a:pt x="105133" y="293322"/>
                  </a:cubicBezTo>
                  <a:cubicBezTo>
                    <a:pt x="83077" y="293116"/>
                    <a:pt x="64223" y="288158"/>
                    <a:pt x="48571" y="278447"/>
                  </a:cubicBezTo>
                  <a:cubicBezTo>
                    <a:pt x="32919" y="268737"/>
                    <a:pt x="20930" y="255513"/>
                    <a:pt x="12604" y="238776"/>
                  </a:cubicBezTo>
                  <a:cubicBezTo>
                    <a:pt x="4278" y="222038"/>
                    <a:pt x="77" y="203025"/>
                    <a:pt x="0" y="181737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>
                <a:latin typeface="Muli" panose="02000503000000000000" pitchFamily="2" charset="0"/>
              </a:endParaRPr>
            </a:p>
          </p:txBody>
        </p:sp>
        <p:sp>
          <p:nvSpPr>
            <p:cNvPr id="33" name="手繪多邊形 24">
              <a:extLst>
                <a:ext uri="{FF2B5EF4-FFF2-40B4-BE49-F238E27FC236}">
                  <a16:creationId xmlns:a16="http://schemas.microsoft.com/office/drawing/2014/main" id="{AA25985A-918C-C358-50AE-39B3AE57169B}"/>
                </a:ext>
              </a:extLst>
            </p:cNvPr>
            <p:cNvSpPr/>
            <p:nvPr/>
          </p:nvSpPr>
          <p:spPr>
            <a:xfrm>
              <a:off x="4026652" y="3099859"/>
              <a:ext cx="64379" cy="517007"/>
            </a:xfrm>
            <a:custGeom>
              <a:avLst/>
              <a:gdLst/>
              <a:ahLst/>
              <a:cxnLst/>
              <a:rect l="l" t="t" r="r" b="b"/>
              <a:pathLst>
                <a:path w="35766" h="287226">
                  <a:moveTo>
                    <a:pt x="0" y="0"/>
                  </a:moveTo>
                  <a:lnTo>
                    <a:pt x="35766" y="0"/>
                  </a:lnTo>
                  <a:lnTo>
                    <a:pt x="35766" y="287226"/>
                  </a:lnTo>
                  <a:lnTo>
                    <a:pt x="0" y="2872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>
                <a:latin typeface="Muli" panose="02000503000000000000" pitchFamily="2" charset="0"/>
              </a:endParaRPr>
            </a:p>
          </p:txBody>
        </p:sp>
        <p:sp>
          <p:nvSpPr>
            <p:cNvPr id="34" name="手繪多邊形 25">
              <a:extLst>
                <a:ext uri="{FF2B5EF4-FFF2-40B4-BE49-F238E27FC236}">
                  <a16:creationId xmlns:a16="http://schemas.microsoft.com/office/drawing/2014/main" id="{BE5C3760-DDE4-B7C5-3551-409FB19C2A5F}"/>
                </a:ext>
              </a:extLst>
            </p:cNvPr>
            <p:cNvSpPr/>
            <p:nvPr/>
          </p:nvSpPr>
          <p:spPr>
            <a:xfrm>
              <a:off x="4128838" y="3099859"/>
              <a:ext cx="449113" cy="544525"/>
            </a:xfrm>
            <a:custGeom>
              <a:avLst/>
              <a:gdLst/>
              <a:ahLst/>
              <a:cxnLst/>
              <a:rect l="l" t="t" r="r" b="b"/>
              <a:pathLst>
                <a:path w="249507" h="302514">
                  <a:moveTo>
                    <a:pt x="0" y="0"/>
                  </a:moveTo>
                  <a:lnTo>
                    <a:pt x="39235" y="0"/>
                  </a:lnTo>
                  <a:lnTo>
                    <a:pt x="124943" y="212598"/>
                  </a:lnTo>
                  <a:lnTo>
                    <a:pt x="210270" y="0"/>
                  </a:lnTo>
                  <a:lnTo>
                    <a:pt x="249507" y="0"/>
                  </a:lnTo>
                  <a:lnTo>
                    <a:pt x="124943" y="3025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>
                <a:latin typeface="Muli" panose="02000503000000000000" pitchFamily="2" charset="0"/>
              </a:endParaRPr>
            </a:p>
          </p:txBody>
        </p:sp>
        <p:sp>
          <p:nvSpPr>
            <p:cNvPr id="35" name="手繪多邊形 26">
              <a:extLst>
                <a:ext uri="{FF2B5EF4-FFF2-40B4-BE49-F238E27FC236}">
                  <a16:creationId xmlns:a16="http://schemas.microsoft.com/office/drawing/2014/main" id="{08DDB178-CB8B-570A-E351-909425BDD17E}"/>
                </a:ext>
              </a:extLst>
            </p:cNvPr>
            <p:cNvSpPr/>
            <p:nvPr/>
          </p:nvSpPr>
          <p:spPr>
            <a:xfrm>
              <a:off x="4628786" y="3099859"/>
              <a:ext cx="277663" cy="517007"/>
            </a:xfrm>
            <a:custGeom>
              <a:avLst/>
              <a:gdLst/>
              <a:ahLst/>
              <a:cxnLst/>
              <a:rect l="l" t="t" r="r" b="b"/>
              <a:pathLst>
                <a:path w="154257" h="287226">
                  <a:moveTo>
                    <a:pt x="0" y="0"/>
                  </a:moveTo>
                  <a:lnTo>
                    <a:pt x="154257" y="0"/>
                  </a:lnTo>
                  <a:lnTo>
                    <a:pt x="154257" y="32718"/>
                  </a:lnTo>
                  <a:lnTo>
                    <a:pt x="35766" y="32718"/>
                  </a:lnTo>
                  <a:lnTo>
                    <a:pt x="35766" y="113157"/>
                  </a:lnTo>
                  <a:lnTo>
                    <a:pt x="150828" y="113157"/>
                  </a:lnTo>
                  <a:lnTo>
                    <a:pt x="150828" y="145875"/>
                  </a:lnTo>
                  <a:lnTo>
                    <a:pt x="35766" y="145875"/>
                  </a:lnTo>
                  <a:lnTo>
                    <a:pt x="35766" y="254508"/>
                  </a:lnTo>
                  <a:lnTo>
                    <a:pt x="154257" y="254508"/>
                  </a:lnTo>
                  <a:lnTo>
                    <a:pt x="154257" y="287226"/>
                  </a:lnTo>
                  <a:lnTo>
                    <a:pt x="0" y="2872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>
                <a:latin typeface="Muli" panose="02000503000000000000" pitchFamily="2" charset="0"/>
              </a:endParaRPr>
            </a:p>
          </p:txBody>
        </p:sp>
        <p:sp>
          <p:nvSpPr>
            <p:cNvPr id="36" name="手繪多邊形 27">
              <a:extLst>
                <a:ext uri="{FF2B5EF4-FFF2-40B4-BE49-F238E27FC236}">
                  <a16:creationId xmlns:a16="http://schemas.microsoft.com/office/drawing/2014/main" id="{C1F24212-AD02-4A85-3ED2-B679B398F82E}"/>
                </a:ext>
              </a:extLst>
            </p:cNvPr>
            <p:cNvSpPr/>
            <p:nvPr/>
          </p:nvSpPr>
          <p:spPr>
            <a:xfrm>
              <a:off x="4988831" y="3099758"/>
              <a:ext cx="321554" cy="517109"/>
            </a:xfrm>
            <a:custGeom>
              <a:avLst/>
              <a:gdLst/>
              <a:ahLst/>
              <a:cxnLst/>
              <a:rect l="l" t="t" r="r" b="b"/>
              <a:pathLst>
                <a:path w="178641" h="287283">
                  <a:moveTo>
                    <a:pt x="0" y="57"/>
                  </a:moveTo>
                  <a:lnTo>
                    <a:pt x="43391" y="57"/>
                  </a:lnTo>
                  <a:cubicBezTo>
                    <a:pt x="56296" y="-197"/>
                    <a:pt x="69273" y="406"/>
                    <a:pt x="82322" y="1864"/>
                  </a:cubicBezTo>
                  <a:cubicBezTo>
                    <a:pt x="95370" y="3322"/>
                    <a:pt x="107680" y="7159"/>
                    <a:pt x="119251" y="13372"/>
                  </a:cubicBezTo>
                  <a:cubicBezTo>
                    <a:pt x="131311" y="20672"/>
                    <a:pt x="140587" y="30431"/>
                    <a:pt x="147079" y="42646"/>
                  </a:cubicBezTo>
                  <a:cubicBezTo>
                    <a:pt x="153572" y="54862"/>
                    <a:pt x="156853" y="67963"/>
                    <a:pt x="156925" y="81947"/>
                  </a:cubicBezTo>
                  <a:cubicBezTo>
                    <a:pt x="156648" y="102998"/>
                    <a:pt x="150352" y="120921"/>
                    <a:pt x="138036" y="135717"/>
                  </a:cubicBezTo>
                  <a:cubicBezTo>
                    <a:pt x="125719" y="150513"/>
                    <a:pt x="109038" y="159381"/>
                    <a:pt x="87992" y="162321"/>
                  </a:cubicBezTo>
                  <a:lnTo>
                    <a:pt x="178641" y="287283"/>
                  </a:lnTo>
                  <a:lnTo>
                    <a:pt x="135238" y="287283"/>
                  </a:lnTo>
                  <a:lnTo>
                    <a:pt x="50634" y="165744"/>
                  </a:lnTo>
                  <a:lnTo>
                    <a:pt x="35766" y="165744"/>
                  </a:lnTo>
                  <a:lnTo>
                    <a:pt x="35766" y="287283"/>
                  </a:lnTo>
                  <a:lnTo>
                    <a:pt x="0" y="287283"/>
                  </a:lnTo>
                  <a:lnTo>
                    <a:pt x="0" y="57"/>
                  </a:lnTo>
                  <a:close/>
                  <a:moveTo>
                    <a:pt x="35766" y="32013"/>
                  </a:moveTo>
                  <a:lnTo>
                    <a:pt x="35766" y="136074"/>
                  </a:lnTo>
                  <a:lnTo>
                    <a:pt x="47203" y="136074"/>
                  </a:lnTo>
                  <a:cubicBezTo>
                    <a:pt x="59665" y="136272"/>
                    <a:pt x="71675" y="135114"/>
                    <a:pt x="83234" y="132601"/>
                  </a:cubicBezTo>
                  <a:cubicBezTo>
                    <a:pt x="94793" y="130088"/>
                    <a:pt x="104318" y="125034"/>
                    <a:pt x="111810" y="117439"/>
                  </a:cubicBezTo>
                  <a:cubicBezTo>
                    <a:pt x="119303" y="109843"/>
                    <a:pt x="123180" y="98521"/>
                    <a:pt x="123444" y="83472"/>
                  </a:cubicBezTo>
                  <a:cubicBezTo>
                    <a:pt x="123136" y="68677"/>
                    <a:pt x="119008" y="57566"/>
                    <a:pt x="111062" y="50140"/>
                  </a:cubicBezTo>
                  <a:cubicBezTo>
                    <a:pt x="103115" y="42714"/>
                    <a:pt x="93199" y="37787"/>
                    <a:pt x="81314" y="35359"/>
                  </a:cubicBezTo>
                  <a:cubicBezTo>
                    <a:pt x="69428" y="32931"/>
                    <a:pt x="57422" y="31816"/>
                    <a:pt x="45297" y="32013"/>
                  </a:cubicBezTo>
                  <a:lnTo>
                    <a:pt x="35766" y="3201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>
                <a:latin typeface="Muli" panose="02000503000000000000" pitchFamily="2" charset="0"/>
              </a:endParaRPr>
            </a:p>
          </p:txBody>
        </p:sp>
        <p:sp>
          <p:nvSpPr>
            <p:cNvPr id="37" name="手繪多邊形 28">
              <a:extLst>
                <a:ext uri="{FF2B5EF4-FFF2-40B4-BE49-F238E27FC236}">
                  <a16:creationId xmlns:a16="http://schemas.microsoft.com/office/drawing/2014/main" id="{96EC2DFF-8B5B-FEC5-C464-E73B8E336C87}"/>
                </a:ext>
              </a:extLst>
            </p:cNvPr>
            <p:cNvSpPr/>
            <p:nvPr/>
          </p:nvSpPr>
          <p:spPr>
            <a:xfrm>
              <a:off x="5724009" y="3099859"/>
              <a:ext cx="64381" cy="517007"/>
            </a:xfrm>
            <a:custGeom>
              <a:avLst/>
              <a:gdLst/>
              <a:ahLst/>
              <a:cxnLst/>
              <a:rect l="l" t="t" r="r" b="b"/>
              <a:pathLst>
                <a:path w="35767" h="287226">
                  <a:moveTo>
                    <a:pt x="0" y="0"/>
                  </a:moveTo>
                  <a:lnTo>
                    <a:pt x="35767" y="0"/>
                  </a:lnTo>
                  <a:lnTo>
                    <a:pt x="35767" y="287226"/>
                  </a:lnTo>
                  <a:lnTo>
                    <a:pt x="0" y="2872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>
                <a:latin typeface="Muli" panose="02000503000000000000" pitchFamily="2" charset="0"/>
              </a:endParaRPr>
            </a:p>
          </p:txBody>
        </p:sp>
        <p:sp>
          <p:nvSpPr>
            <p:cNvPr id="38" name="手繪多邊形 29">
              <a:extLst>
                <a:ext uri="{FF2B5EF4-FFF2-40B4-BE49-F238E27FC236}">
                  <a16:creationId xmlns:a16="http://schemas.microsoft.com/office/drawing/2014/main" id="{F88429B5-46AA-7715-DC58-20381E8965E8}"/>
                </a:ext>
              </a:extLst>
            </p:cNvPr>
            <p:cNvSpPr/>
            <p:nvPr/>
          </p:nvSpPr>
          <p:spPr>
            <a:xfrm>
              <a:off x="5832363" y="3099859"/>
              <a:ext cx="704916" cy="517007"/>
            </a:xfrm>
            <a:custGeom>
              <a:avLst/>
              <a:gdLst/>
              <a:ahLst/>
              <a:cxnLst/>
              <a:rect l="l" t="t" r="r" b="b"/>
              <a:pathLst>
                <a:path w="391620" h="287226">
                  <a:moveTo>
                    <a:pt x="0" y="0"/>
                  </a:moveTo>
                  <a:lnTo>
                    <a:pt x="168402" y="0"/>
                  </a:lnTo>
                  <a:lnTo>
                    <a:pt x="172165" y="0"/>
                  </a:lnTo>
                  <a:lnTo>
                    <a:pt x="209550" y="0"/>
                  </a:lnTo>
                  <a:lnTo>
                    <a:pt x="280011" y="122662"/>
                  </a:lnTo>
                  <a:lnTo>
                    <a:pt x="350472" y="0"/>
                  </a:lnTo>
                  <a:lnTo>
                    <a:pt x="391620" y="0"/>
                  </a:lnTo>
                  <a:lnTo>
                    <a:pt x="297894" y="162279"/>
                  </a:lnTo>
                  <a:lnTo>
                    <a:pt x="297894" y="287226"/>
                  </a:lnTo>
                  <a:lnTo>
                    <a:pt x="262128" y="287226"/>
                  </a:lnTo>
                  <a:lnTo>
                    <a:pt x="262128" y="162279"/>
                  </a:lnTo>
                  <a:lnTo>
                    <a:pt x="172165" y="6514"/>
                  </a:lnTo>
                  <a:lnTo>
                    <a:pt x="172165" y="32718"/>
                  </a:lnTo>
                  <a:lnTo>
                    <a:pt x="103965" y="32718"/>
                  </a:lnTo>
                  <a:lnTo>
                    <a:pt x="103965" y="287226"/>
                  </a:lnTo>
                  <a:lnTo>
                    <a:pt x="68199" y="287226"/>
                  </a:lnTo>
                  <a:lnTo>
                    <a:pt x="68199" y="32718"/>
                  </a:lnTo>
                  <a:lnTo>
                    <a:pt x="0" y="327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>
                <a:latin typeface="Muli" panose="02000503000000000000" pitchFamily="2" charset="0"/>
              </a:endParaRPr>
            </a:p>
          </p:txBody>
        </p:sp>
        <p:sp>
          <p:nvSpPr>
            <p:cNvPr id="39" name="手繪多邊形 30">
              <a:extLst>
                <a:ext uri="{FF2B5EF4-FFF2-40B4-BE49-F238E27FC236}">
                  <a16:creationId xmlns:a16="http://schemas.microsoft.com/office/drawing/2014/main" id="{0C553D27-D878-5F84-4BBA-53A265E56484}"/>
                </a:ext>
              </a:extLst>
            </p:cNvPr>
            <p:cNvSpPr/>
            <p:nvPr/>
          </p:nvSpPr>
          <p:spPr>
            <a:xfrm>
              <a:off x="7354155" y="3099859"/>
              <a:ext cx="250231" cy="517007"/>
            </a:xfrm>
            <a:custGeom>
              <a:avLst/>
              <a:gdLst/>
              <a:ahLst/>
              <a:cxnLst/>
              <a:rect l="l" t="t" r="r" b="b"/>
              <a:pathLst>
                <a:path w="139017" h="287226">
                  <a:moveTo>
                    <a:pt x="0" y="0"/>
                  </a:moveTo>
                  <a:lnTo>
                    <a:pt x="139017" y="0"/>
                  </a:lnTo>
                  <a:lnTo>
                    <a:pt x="139017" y="32718"/>
                  </a:lnTo>
                  <a:lnTo>
                    <a:pt x="35766" y="32718"/>
                  </a:lnTo>
                  <a:lnTo>
                    <a:pt x="35766" y="113538"/>
                  </a:lnTo>
                  <a:lnTo>
                    <a:pt x="135588" y="113538"/>
                  </a:lnTo>
                  <a:lnTo>
                    <a:pt x="135588" y="146256"/>
                  </a:lnTo>
                  <a:lnTo>
                    <a:pt x="35766" y="146256"/>
                  </a:lnTo>
                  <a:lnTo>
                    <a:pt x="35766" y="287226"/>
                  </a:lnTo>
                  <a:lnTo>
                    <a:pt x="0" y="2872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>
                <a:latin typeface="Muli" panose="02000503000000000000" pitchFamily="2" charset="0"/>
              </a:endParaRPr>
            </a:p>
          </p:txBody>
        </p:sp>
        <p:sp>
          <p:nvSpPr>
            <p:cNvPr id="40" name="手繪多邊形 31">
              <a:extLst>
                <a:ext uri="{FF2B5EF4-FFF2-40B4-BE49-F238E27FC236}">
                  <a16:creationId xmlns:a16="http://schemas.microsoft.com/office/drawing/2014/main" id="{C04E46A2-0BA2-AC78-175F-7BC7AEE2FADA}"/>
                </a:ext>
              </a:extLst>
            </p:cNvPr>
            <p:cNvSpPr/>
            <p:nvPr/>
          </p:nvSpPr>
          <p:spPr>
            <a:xfrm>
              <a:off x="8690092" y="3099859"/>
              <a:ext cx="64379" cy="517007"/>
            </a:xfrm>
            <a:custGeom>
              <a:avLst/>
              <a:gdLst/>
              <a:ahLst/>
              <a:cxnLst/>
              <a:rect l="l" t="t" r="r" b="b"/>
              <a:pathLst>
                <a:path w="35766" h="287226">
                  <a:moveTo>
                    <a:pt x="0" y="0"/>
                  </a:moveTo>
                  <a:lnTo>
                    <a:pt x="35766" y="0"/>
                  </a:lnTo>
                  <a:lnTo>
                    <a:pt x="35766" y="287226"/>
                  </a:lnTo>
                  <a:lnTo>
                    <a:pt x="0" y="2872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>
                <a:latin typeface="Muli" panose="02000503000000000000" pitchFamily="2" charset="0"/>
              </a:endParaRPr>
            </a:p>
          </p:txBody>
        </p:sp>
        <p:sp>
          <p:nvSpPr>
            <p:cNvPr id="41" name="手繪多邊形 32">
              <a:extLst>
                <a:ext uri="{FF2B5EF4-FFF2-40B4-BE49-F238E27FC236}">
                  <a16:creationId xmlns:a16="http://schemas.microsoft.com/office/drawing/2014/main" id="{E597477F-47CE-C7E4-7A5E-7451A2059DE8}"/>
                </a:ext>
              </a:extLst>
            </p:cNvPr>
            <p:cNvSpPr/>
            <p:nvPr/>
          </p:nvSpPr>
          <p:spPr>
            <a:xfrm>
              <a:off x="8846456" y="3099859"/>
              <a:ext cx="277663" cy="517007"/>
            </a:xfrm>
            <a:custGeom>
              <a:avLst/>
              <a:gdLst/>
              <a:ahLst/>
              <a:cxnLst/>
              <a:rect l="l" t="t" r="r" b="b"/>
              <a:pathLst>
                <a:path w="154257" h="287226">
                  <a:moveTo>
                    <a:pt x="0" y="0"/>
                  </a:moveTo>
                  <a:lnTo>
                    <a:pt x="154257" y="0"/>
                  </a:lnTo>
                  <a:lnTo>
                    <a:pt x="154257" y="32718"/>
                  </a:lnTo>
                  <a:lnTo>
                    <a:pt x="35766" y="32718"/>
                  </a:lnTo>
                  <a:lnTo>
                    <a:pt x="35766" y="113157"/>
                  </a:lnTo>
                  <a:lnTo>
                    <a:pt x="150828" y="113157"/>
                  </a:lnTo>
                  <a:lnTo>
                    <a:pt x="150828" y="145875"/>
                  </a:lnTo>
                  <a:lnTo>
                    <a:pt x="35766" y="145875"/>
                  </a:lnTo>
                  <a:lnTo>
                    <a:pt x="35766" y="254508"/>
                  </a:lnTo>
                  <a:lnTo>
                    <a:pt x="154257" y="254508"/>
                  </a:lnTo>
                  <a:lnTo>
                    <a:pt x="154257" y="287226"/>
                  </a:lnTo>
                  <a:lnTo>
                    <a:pt x="0" y="2872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>
                <a:latin typeface="Muli" panose="02000503000000000000" pitchFamily="2" charset="0"/>
              </a:endParaRPr>
            </a:p>
          </p:txBody>
        </p:sp>
        <p:sp>
          <p:nvSpPr>
            <p:cNvPr id="42" name="手繪多邊形 33">
              <a:extLst>
                <a:ext uri="{FF2B5EF4-FFF2-40B4-BE49-F238E27FC236}">
                  <a16:creationId xmlns:a16="http://schemas.microsoft.com/office/drawing/2014/main" id="{2FEA926A-88D0-D3F1-3902-CA23C199B9C9}"/>
                </a:ext>
              </a:extLst>
            </p:cNvPr>
            <p:cNvSpPr/>
            <p:nvPr/>
          </p:nvSpPr>
          <p:spPr>
            <a:xfrm>
              <a:off x="10183766" y="3099859"/>
              <a:ext cx="277663" cy="517007"/>
            </a:xfrm>
            <a:custGeom>
              <a:avLst/>
              <a:gdLst/>
              <a:ahLst/>
              <a:cxnLst/>
              <a:rect l="l" t="t" r="r" b="b"/>
              <a:pathLst>
                <a:path w="154257" h="287226">
                  <a:moveTo>
                    <a:pt x="0" y="0"/>
                  </a:moveTo>
                  <a:lnTo>
                    <a:pt x="154257" y="0"/>
                  </a:lnTo>
                  <a:lnTo>
                    <a:pt x="154257" y="32718"/>
                  </a:lnTo>
                  <a:lnTo>
                    <a:pt x="35766" y="32718"/>
                  </a:lnTo>
                  <a:lnTo>
                    <a:pt x="35766" y="113157"/>
                  </a:lnTo>
                  <a:lnTo>
                    <a:pt x="150828" y="113157"/>
                  </a:lnTo>
                  <a:lnTo>
                    <a:pt x="150828" y="145875"/>
                  </a:lnTo>
                  <a:lnTo>
                    <a:pt x="35766" y="145875"/>
                  </a:lnTo>
                  <a:lnTo>
                    <a:pt x="35766" y="254508"/>
                  </a:lnTo>
                  <a:lnTo>
                    <a:pt x="154257" y="254508"/>
                  </a:lnTo>
                  <a:lnTo>
                    <a:pt x="154257" y="287226"/>
                  </a:lnTo>
                  <a:lnTo>
                    <a:pt x="0" y="2872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>
                <a:latin typeface="Muli" panose="02000503000000000000" pitchFamily="2" charset="0"/>
              </a:endParaRPr>
            </a:p>
          </p:txBody>
        </p:sp>
        <p:sp>
          <p:nvSpPr>
            <p:cNvPr id="43" name="手繪多邊形 34">
              <a:extLst>
                <a:ext uri="{FF2B5EF4-FFF2-40B4-BE49-F238E27FC236}">
                  <a16:creationId xmlns:a16="http://schemas.microsoft.com/office/drawing/2014/main" id="{68197C6C-5CBA-51A7-DBAE-FF1B8DE64520}"/>
                </a:ext>
              </a:extLst>
            </p:cNvPr>
            <p:cNvSpPr/>
            <p:nvPr/>
          </p:nvSpPr>
          <p:spPr>
            <a:xfrm>
              <a:off x="5384095" y="2240883"/>
              <a:ext cx="452542" cy="562955"/>
            </a:xfrm>
            <a:custGeom>
              <a:avLst/>
              <a:gdLst/>
              <a:ahLst/>
              <a:cxnLst/>
              <a:rect l="l" t="t" r="r" b="b"/>
              <a:pathLst>
                <a:path w="251412" h="312753">
                  <a:moveTo>
                    <a:pt x="0" y="0"/>
                  </a:moveTo>
                  <a:lnTo>
                    <a:pt x="215646" y="225898"/>
                  </a:lnTo>
                  <a:lnTo>
                    <a:pt x="215646" y="13716"/>
                  </a:lnTo>
                  <a:lnTo>
                    <a:pt x="251412" y="13716"/>
                  </a:lnTo>
                  <a:lnTo>
                    <a:pt x="251412" y="312753"/>
                  </a:lnTo>
                  <a:lnTo>
                    <a:pt x="35766" y="86856"/>
                  </a:lnTo>
                  <a:lnTo>
                    <a:pt x="35766" y="300942"/>
                  </a:lnTo>
                  <a:lnTo>
                    <a:pt x="0" y="3009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>
                <a:latin typeface="Muli" panose="02000503000000000000" pitchFamily="2" charset="0"/>
              </a:endParaRPr>
            </a:p>
          </p:txBody>
        </p:sp>
        <p:sp>
          <p:nvSpPr>
            <p:cNvPr id="44" name="手繪多邊形 35">
              <a:extLst>
                <a:ext uri="{FF2B5EF4-FFF2-40B4-BE49-F238E27FC236}">
                  <a16:creationId xmlns:a16="http://schemas.microsoft.com/office/drawing/2014/main" id="{2E344A88-7F09-4C65-6797-954BE14771EA}"/>
                </a:ext>
              </a:extLst>
            </p:cNvPr>
            <p:cNvSpPr/>
            <p:nvPr/>
          </p:nvSpPr>
          <p:spPr>
            <a:xfrm>
              <a:off x="7647235" y="2240883"/>
              <a:ext cx="452542" cy="562955"/>
            </a:xfrm>
            <a:custGeom>
              <a:avLst/>
              <a:gdLst/>
              <a:ahLst/>
              <a:cxnLst/>
              <a:rect l="l" t="t" r="r" b="b"/>
              <a:pathLst>
                <a:path w="251412" h="312753">
                  <a:moveTo>
                    <a:pt x="0" y="0"/>
                  </a:moveTo>
                  <a:lnTo>
                    <a:pt x="215646" y="225898"/>
                  </a:lnTo>
                  <a:lnTo>
                    <a:pt x="215646" y="13716"/>
                  </a:lnTo>
                  <a:lnTo>
                    <a:pt x="251412" y="13716"/>
                  </a:lnTo>
                  <a:lnTo>
                    <a:pt x="251412" y="312753"/>
                  </a:lnTo>
                  <a:lnTo>
                    <a:pt x="35766" y="86856"/>
                  </a:lnTo>
                  <a:lnTo>
                    <a:pt x="35766" y="300942"/>
                  </a:lnTo>
                  <a:lnTo>
                    <a:pt x="0" y="3009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>
                <a:latin typeface="Muli" panose="02000503000000000000" pitchFamily="2" charset="0"/>
              </a:endParaRPr>
            </a:p>
          </p:txBody>
        </p:sp>
        <p:sp>
          <p:nvSpPr>
            <p:cNvPr id="45" name="手繪多邊形 36">
              <a:extLst>
                <a:ext uri="{FF2B5EF4-FFF2-40B4-BE49-F238E27FC236}">
                  <a16:creationId xmlns:a16="http://schemas.microsoft.com/office/drawing/2014/main" id="{6475EB46-0EB0-327F-DF07-CA64A521278B}"/>
                </a:ext>
              </a:extLst>
            </p:cNvPr>
            <p:cNvSpPr/>
            <p:nvPr/>
          </p:nvSpPr>
          <p:spPr>
            <a:xfrm>
              <a:off x="4788135" y="2254599"/>
              <a:ext cx="541696" cy="538952"/>
            </a:xfrm>
            <a:custGeom>
              <a:avLst/>
              <a:gdLst/>
              <a:ahLst/>
              <a:cxnLst/>
              <a:rect l="l" t="t" r="r" b="b"/>
              <a:pathLst>
                <a:path w="300942" h="299418">
                  <a:moveTo>
                    <a:pt x="150472" y="0"/>
                  </a:moveTo>
                  <a:cubicBezTo>
                    <a:pt x="178243" y="324"/>
                    <a:pt x="203441" y="7165"/>
                    <a:pt x="226067" y="20522"/>
                  </a:cubicBezTo>
                  <a:cubicBezTo>
                    <a:pt x="248692" y="33879"/>
                    <a:pt x="266744" y="51810"/>
                    <a:pt x="280223" y="74313"/>
                  </a:cubicBezTo>
                  <a:cubicBezTo>
                    <a:pt x="293703" y="96816"/>
                    <a:pt x="300609" y="121948"/>
                    <a:pt x="300942" y="149710"/>
                  </a:cubicBezTo>
                  <a:cubicBezTo>
                    <a:pt x="300623" y="178431"/>
                    <a:pt x="293773" y="204015"/>
                    <a:pt x="280393" y="226461"/>
                  </a:cubicBezTo>
                  <a:cubicBezTo>
                    <a:pt x="267012" y="248908"/>
                    <a:pt x="249016" y="266612"/>
                    <a:pt x="226405" y="279574"/>
                  </a:cubicBezTo>
                  <a:cubicBezTo>
                    <a:pt x="203794" y="292536"/>
                    <a:pt x="178483" y="299151"/>
                    <a:pt x="150472" y="299418"/>
                  </a:cubicBezTo>
                  <a:cubicBezTo>
                    <a:pt x="122461" y="299151"/>
                    <a:pt x="97149" y="292536"/>
                    <a:pt x="74538" y="279574"/>
                  </a:cubicBezTo>
                  <a:cubicBezTo>
                    <a:pt x="51927" y="266612"/>
                    <a:pt x="33931" y="248908"/>
                    <a:pt x="20550" y="226461"/>
                  </a:cubicBezTo>
                  <a:cubicBezTo>
                    <a:pt x="7169" y="204015"/>
                    <a:pt x="319" y="178431"/>
                    <a:pt x="0" y="149710"/>
                  </a:cubicBezTo>
                  <a:cubicBezTo>
                    <a:pt x="333" y="121948"/>
                    <a:pt x="7240" y="96816"/>
                    <a:pt x="20719" y="74313"/>
                  </a:cubicBezTo>
                  <a:cubicBezTo>
                    <a:pt x="34199" y="51810"/>
                    <a:pt x="52251" y="33879"/>
                    <a:pt x="74877" y="20522"/>
                  </a:cubicBezTo>
                  <a:cubicBezTo>
                    <a:pt x="97502" y="7165"/>
                    <a:pt x="122701" y="324"/>
                    <a:pt x="150472" y="0"/>
                  </a:cubicBezTo>
                  <a:close/>
                  <a:moveTo>
                    <a:pt x="150472" y="33480"/>
                  </a:moveTo>
                  <a:cubicBezTo>
                    <a:pt x="127821" y="33744"/>
                    <a:pt x="107916" y="39102"/>
                    <a:pt x="90755" y="49556"/>
                  </a:cubicBezTo>
                  <a:cubicBezTo>
                    <a:pt x="73595" y="60010"/>
                    <a:pt x="60182" y="73979"/>
                    <a:pt x="50516" y="91461"/>
                  </a:cubicBezTo>
                  <a:cubicBezTo>
                    <a:pt x="40850" y="108944"/>
                    <a:pt x="35933" y="128360"/>
                    <a:pt x="35766" y="149710"/>
                  </a:cubicBezTo>
                  <a:cubicBezTo>
                    <a:pt x="36032" y="171779"/>
                    <a:pt x="41344" y="191534"/>
                    <a:pt x="51701" y="208974"/>
                  </a:cubicBezTo>
                  <a:cubicBezTo>
                    <a:pt x="62059" y="226414"/>
                    <a:pt x="75867" y="240213"/>
                    <a:pt x="93126" y="250370"/>
                  </a:cubicBezTo>
                  <a:cubicBezTo>
                    <a:pt x="110385" y="260528"/>
                    <a:pt x="129501" y="265717"/>
                    <a:pt x="150472" y="265938"/>
                  </a:cubicBezTo>
                  <a:cubicBezTo>
                    <a:pt x="171443" y="265717"/>
                    <a:pt x="190558" y="260528"/>
                    <a:pt x="207817" y="250370"/>
                  </a:cubicBezTo>
                  <a:cubicBezTo>
                    <a:pt x="225076" y="240213"/>
                    <a:pt x="238884" y="226414"/>
                    <a:pt x="249242" y="208974"/>
                  </a:cubicBezTo>
                  <a:cubicBezTo>
                    <a:pt x="259599" y="191534"/>
                    <a:pt x="264910" y="171779"/>
                    <a:pt x="265176" y="149710"/>
                  </a:cubicBezTo>
                  <a:cubicBezTo>
                    <a:pt x="265009" y="128360"/>
                    <a:pt x="260093" y="108944"/>
                    <a:pt x="250427" y="91461"/>
                  </a:cubicBezTo>
                  <a:cubicBezTo>
                    <a:pt x="240761" y="73979"/>
                    <a:pt x="227349" y="60010"/>
                    <a:pt x="210188" y="49556"/>
                  </a:cubicBezTo>
                  <a:cubicBezTo>
                    <a:pt x="193028" y="39102"/>
                    <a:pt x="173123" y="33744"/>
                    <a:pt x="150472" y="3348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>
                <a:latin typeface="Muli" panose="02000503000000000000" pitchFamily="2" charset="0"/>
              </a:endParaRPr>
            </a:p>
          </p:txBody>
        </p:sp>
        <p:sp>
          <p:nvSpPr>
            <p:cNvPr id="46" name="手繪多邊形 37">
              <a:extLst>
                <a:ext uri="{FF2B5EF4-FFF2-40B4-BE49-F238E27FC236}">
                  <a16:creationId xmlns:a16="http://schemas.microsoft.com/office/drawing/2014/main" id="{A0809089-BAAA-50CC-AB66-896BB27E0C05}"/>
                </a:ext>
              </a:extLst>
            </p:cNvPr>
            <p:cNvSpPr/>
            <p:nvPr/>
          </p:nvSpPr>
          <p:spPr>
            <a:xfrm>
              <a:off x="5886786" y="2254599"/>
              <a:ext cx="506034" cy="538952"/>
            </a:xfrm>
            <a:custGeom>
              <a:avLst/>
              <a:gdLst/>
              <a:ahLst/>
              <a:cxnLst/>
              <a:rect l="l" t="t" r="r" b="b"/>
              <a:pathLst>
                <a:path w="281130" h="299418">
                  <a:moveTo>
                    <a:pt x="148949" y="0"/>
                  </a:moveTo>
                  <a:cubicBezTo>
                    <a:pt x="171569" y="102"/>
                    <a:pt x="193115" y="4939"/>
                    <a:pt x="213587" y="14510"/>
                  </a:cubicBezTo>
                  <a:cubicBezTo>
                    <a:pt x="234059" y="24081"/>
                    <a:pt x="251499" y="37773"/>
                    <a:pt x="265909" y="55588"/>
                  </a:cubicBezTo>
                  <a:lnTo>
                    <a:pt x="240791" y="79600"/>
                  </a:lnTo>
                  <a:cubicBezTo>
                    <a:pt x="230216" y="65307"/>
                    <a:pt x="216973" y="53968"/>
                    <a:pt x="201063" y="45582"/>
                  </a:cubicBezTo>
                  <a:cubicBezTo>
                    <a:pt x="185153" y="37197"/>
                    <a:pt x="168289" y="32909"/>
                    <a:pt x="150474" y="32718"/>
                  </a:cubicBezTo>
                  <a:cubicBezTo>
                    <a:pt x="128782" y="32965"/>
                    <a:pt x="109328" y="38273"/>
                    <a:pt x="92111" y="48642"/>
                  </a:cubicBezTo>
                  <a:cubicBezTo>
                    <a:pt x="74894" y="59011"/>
                    <a:pt x="61255" y="72958"/>
                    <a:pt x="51193" y="90484"/>
                  </a:cubicBezTo>
                  <a:cubicBezTo>
                    <a:pt x="41132" y="108010"/>
                    <a:pt x="35990" y="127632"/>
                    <a:pt x="35766" y="149351"/>
                  </a:cubicBezTo>
                  <a:cubicBezTo>
                    <a:pt x="35995" y="169741"/>
                    <a:pt x="41043" y="188796"/>
                    <a:pt x="50911" y="206515"/>
                  </a:cubicBezTo>
                  <a:cubicBezTo>
                    <a:pt x="60779" y="224235"/>
                    <a:pt x="74099" y="238612"/>
                    <a:pt x="90869" y="249646"/>
                  </a:cubicBezTo>
                  <a:cubicBezTo>
                    <a:pt x="107639" y="260681"/>
                    <a:pt x="126491" y="266365"/>
                    <a:pt x="147425" y="266700"/>
                  </a:cubicBezTo>
                  <a:cubicBezTo>
                    <a:pt x="162595" y="266514"/>
                    <a:pt x="177223" y="262608"/>
                    <a:pt x="191306" y="254981"/>
                  </a:cubicBezTo>
                  <a:cubicBezTo>
                    <a:pt x="205390" y="247354"/>
                    <a:pt x="217082" y="237123"/>
                    <a:pt x="226381" y="224286"/>
                  </a:cubicBezTo>
                  <a:cubicBezTo>
                    <a:pt x="235680" y="211450"/>
                    <a:pt x="240737" y="197124"/>
                    <a:pt x="241554" y="181308"/>
                  </a:cubicBezTo>
                  <a:lnTo>
                    <a:pt x="167242" y="181308"/>
                  </a:lnTo>
                  <a:lnTo>
                    <a:pt x="167242" y="148590"/>
                  </a:lnTo>
                  <a:lnTo>
                    <a:pt x="281130" y="148590"/>
                  </a:lnTo>
                  <a:lnTo>
                    <a:pt x="281130" y="160003"/>
                  </a:lnTo>
                  <a:cubicBezTo>
                    <a:pt x="280941" y="186553"/>
                    <a:pt x="275144" y="210286"/>
                    <a:pt x="263742" y="231200"/>
                  </a:cubicBezTo>
                  <a:cubicBezTo>
                    <a:pt x="252340" y="252115"/>
                    <a:pt x="236470" y="268648"/>
                    <a:pt x="216133" y="280800"/>
                  </a:cubicBezTo>
                  <a:cubicBezTo>
                    <a:pt x="195796" y="292951"/>
                    <a:pt x="172131" y="299158"/>
                    <a:pt x="145138" y="299418"/>
                  </a:cubicBezTo>
                  <a:cubicBezTo>
                    <a:pt x="118032" y="299054"/>
                    <a:pt x="93577" y="292081"/>
                    <a:pt x="71772" y="278499"/>
                  </a:cubicBezTo>
                  <a:cubicBezTo>
                    <a:pt x="49968" y="264917"/>
                    <a:pt x="32630" y="246913"/>
                    <a:pt x="19760" y="224485"/>
                  </a:cubicBezTo>
                  <a:cubicBezTo>
                    <a:pt x="6889" y="202058"/>
                    <a:pt x="303" y="177393"/>
                    <a:pt x="0" y="150492"/>
                  </a:cubicBezTo>
                  <a:cubicBezTo>
                    <a:pt x="308" y="122597"/>
                    <a:pt x="7054" y="97338"/>
                    <a:pt x="20239" y="74717"/>
                  </a:cubicBezTo>
                  <a:cubicBezTo>
                    <a:pt x="33425" y="52095"/>
                    <a:pt x="51205" y="34069"/>
                    <a:pt x="73579" y="20637"/>
                  </a:cubicBezTo>
                  <a:cubicBezTo>
                    <a:pt x="95953" y="7205"/>
                    <a:pt x="121076" y="326"/>
                    <a:pt x="14894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>
                <a:latin typeface="Muli" panose="02000503000000000000" pitchFamily="2" charset="0"/>
              </a:endParaRPr>
            </a:p>
          </p:txBody>
        </p:sp>
        <p:sp>
          <p:nvSpPr>
            <p:cNvPr id="47" name="手繪多邊形 38">
              <a:extLst>
                <a:ext uri="{FF2B5EF4-FFF2-40B4-BE49-F238E27FC236}">
                  <a16:creationId xmlns:a16="http://schemas.microsoft.com/office/drawing/2014/main" id="{E9339374-5674-5A36-79C5-3754994965A6}"/>
                </a:ext>
              </a:extLst>
            </p:cNvPr>
            <p:cNvSpPr/>
            <p:nvPr/>
          </p:nvSpPr>
          <p:spPr>
            <a:xfrm>
              <a:off x="7051275" y="2254599"/>
              <a:ext cx="541696" cy="538952"/>
            </a:xfrm>
            <a:custGeom>
              <a:avLst/>
              <a:gdLst/>
              <a:ahLst/>
              <a:cxnLst/>
              <a:rect l="l" t="t" r="r" b="b"/>
              <a:pathLst>
                <a:path w="300942" h="299418">
                  <a:moveTo>
                    <a:pt x="150472" y="0"/>
                  </a:moveTo>
                  <a:cubicBezTo>
                    <a:pt x="178243" y="324"/>
                    <a:pt x="203441" y="7165"/>
                    <a:pt x="226066" y="20522"/>
                  </a:cubicBezTo>
                  <a:cubicBezTo>
                    <a:pt x="248692" y="33879"/>
                    <a:pt x="266744" y="51810"/>
                    <a:pt x="280223" y="74313"/>
                  </a:cubicBezTo>
                  <a:cubicBezTo>
                    <a:pt x="293702" y="96816"/>
                    <a:pt x="300609" y="121948"/>
                    <a:pt x="300942" y="149710"/>
                  </a:cubicBezTo>
                  <a:cubicBezTo>
                    <a:pt x="300623" y="178431"/>
                    <a:pt x="293773" y="204015"/>
                    <a:pt x="280393" y="226461"/>
                  </a:cubicBezTo>
                  <a:cubicBezTo>
                    <a:pt x="267012" y="248908"/>
                    <a:pt x="249016" y="266612"/>
                    <a:pt x="226405" y="279574"/>
                  </a:cubicBezTo>
                  <a:cubicBezTo>
                    <a:pt x="203794" y="292536"/>
                    <a:pt x="178483" y="299151"/>
                    <a:pt x="150472" y="299418"/>
                  </a:cubicBezTo>
                  <a:cubicBezTo>
                    <a:pt x="122461" y="299151"/>
                    <a:pt x="97149" y="292536"/>
                    <a:pt x="74538" y="279574"/>
                  </a:cubicBezTo>
                  <a:cubicBezTo>
                    <a:pt x="51927" y="266612"/>
                    <a:pt x="33931" y="248908"/>
                    <a:pt x="20550" y="226461"/>
                  </a:cubicBezTo>
                  <a:cubicBezTo>
                    <a:pt x="7169" y="204015"/>
                    <a:pt x="319" y="178431"/>
                    <a:pt x="0" y="149710"/>
                  </a:cubicBezTo>
                  <a:cubicBezTo>
                    <a:pt x="333" y="121948"/>
                    <a:pt x="7240" y="96816"/>
                    <a:pt x="20719" y="74313"/>
                  </a:cubicBezTo>
                  <a:cubicBezTo>
                    <a:pt x="34199" y="51810"/>
                    <a:pt x="52251" y="33879"/>
                    <a:pt x="74877" y="20522"/>
                  </a:cubicBezTo>
                  <a:cubicBezTo>
                    <a:pt x="97502" y="7165"/>
                    <a:pt x="122701" y="324"/>
                    <a:pt x="150472" y="0"/>
                  </a:cubicBezTo>
                  <a:close/>
                  <a:moveTo>
                    <a:pt x="150472" y="33480"/>
                  </a:moveTo>
                  <a:cubicBezTo>
                    <a:pt x="127821" y="33744"/>
                    <a:pt x="107915" y="39102"/>
                    <a:pt x="90755" y="49556"/>
                  </a:cubicBezTo>
                  <a:cubicBezTo>
                    <a:pt x="73595" y="60010"/>
                    <a:pt x="60181" y="73979"/>
                    <a:pt x="50516" y="91461"/>
                  </a:cubicBezTo>
                  <a:cubicBezTo>
                    <a:pt x="40850" y="108944"/>
                    <a:pt x="35933" y="128360"/>
                    <a:pt x="35766" y="149710"/>
                  </a:cubicBezTo>
                  <a:cubicBezTo>
                    <a:pt x="36032" y="171779"/>
                    <a:pt x="41344" y="191534"/>
                    <a:pt x="51701" y="208974"/>
                  </a:cubicBezTo>
                  <a:cubicBezTo>
                    <a:pt x="62059" y="226414"/>
                    <a:pt x="75867" y="240213"/>
                    <a:pt x="93126" y="250370"/>
                  </a:cubicBezTo>
                  <a:cubicBezTo>
                    <a:pt x="110385" y="260528"/>
                    <a:pt x="129500" y="265717"/>
                    <a:pt x="150472" y="265938"/>
                  </a:cubicBezTo>
                  <a:cubicBezTo>
                    <a:pt x="171443" y="265717"/>
                    <a:pt x="190558" y="260528"/>
                    <a:pt x="207817" y="250370"/>
                  </a:cubicBezTo>
                  <a:cubicBezTo>
                    <a:pt x="225076" y="240213"/>
                    <a:pt x="238884" y="226414"/>
                    <a:pt x="249242" y="208974"/>
                  </a:cubicBezTo>
                  <a:cubicBezTo>
                    <a:pt x="259599" y="191534"/>
                    <a:pt x="264910" y="171779"/>
                    <a:pt x="265176" y="149710"/>
                  </a:cubicBezTo>
                  <a:cubicBezTo>
                    <a:pt x="265009" y="128360"/>
                    <a:pt x="260093" y="108944"/>
                    <a:pt x="250427" y="91461"/>
                  </a:cubicBezTo>
                  <a:cubicBezTo>
                    <a:pt x="240762" y="73979"/>
                    <a:pt x="227348" y="60010"/>
                    <a:pt x="210188" y="49556"/>
                  </a:cubicBezTo>
                  <a:cubicBezTo>
                    <a:pt x="193028" y="39102"/>
                    <a:pt x="173123" y="33744"/>
                    <a:pt x="150472" y="3348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>
                <a:latin typeface="Muli" panose="02000503000000000000" pitchFamily="2" charset="0"/>
              </a:endParaRPr>
            </a:p>
          </p:txBody>
        </p:sp>
        <p:sp>
          <p:nvSpPr>
            <p:cNvPr id="48" name="手繪多邊形 39">
              <a:extLst>
                <a:ext uri="{FF2B5EF4-FFF2-40B4-BE49-F238E27FC236}">
                  <a16:creationId xmlns:a16="http://schemas.microsoft.com/office/drawing/2014/main" id="{CBC852C9-CFAA-DFC6-CC89-B395F1833145}"/>
                </a:ext>
              </a:extLst>
            </p:cNvPr>
            <p:cNvSpPr/>
            <p:nvPr/>
          </p:nvSpPr>
          <p:spPr>
            <a:xfrm>
              <a:off x="8149926" y="2254599"/>
              <a:ext cx="506034" cy="538952"/>
            </a:xfrm>
            <a:custGeom>
              <a:avLst/>
              <a:gdLst/>
              <a:ahLst/>
              <a:cxnLst/>
              <a:rect l="l" t="t" r="r" b="b"/>
              <a:pathLst>
                <a:path w="281130" h="299418">
                  <a:moveTo>
                    <a:pt x="148949" y="0"/>
                  </a:moveTo>
                  <a:cubicBezTo>
                    <a:pt x="171569" y="102"/>
                    <a:pt x="193115" y="4939"/>
                    <a:pt x="213587" y="14510"/>
                  </a:cubicBezTo>
                  <a:cubicBezTo>
                    <a:pt x="234059" y="24081"/>
                    <a:pt x="251499" y="37773"/>
                    <a:pt x="265908" y="55588"/>
                  </a:cubicBezTo>
                  <a:lnTo>
                    <a:pt x="240791" y="79600"/>
                  </a:lnTo>
                  <a:cubicBezTo>
                    <a:pt x="230216" y="65307"/>
                    <a:pt x="216973" y="53968"/>
                    <a:pt x="201063" y="45582"/>
                  </a:cubicBezTo>
                  <a:cubicBezTo>
                    <a:pt x="185153" y="37197"/>
                    <a:pt x="168289" y="32909"/>
                    <a:pt x="150474" y="32718"/>
                  </a:cubicBezTo>
                  <a:cubicBezTo>
                    <a:pt x="128782" y="32965"/>
                    <a:pt x="109328" y="38273"/>
                    <a:pt x="92111" y="48642"/>
                  </a:cubicBezTo>
                  <a:cubicBezTo>
                    <a:pt x="74894" y="59011"/>
                    <a:pt x="61254" y="72958"/>
                    <a:pt x="51193" y="90484"/>
                  </a:cubicBezTo>
                  <a:cubicBezTo>
                    <a:pt x="41132" y="108010"/>
                    <a:pt x="35990" y="127632"/>
                    <a:pt x="35766" y="149351"/>
                  </a:cubicBezTo>
                  <a:cubicBezTo>
                    <a:pt x="35995" y="169741"/>
                    <a:pt x="41043" y="188796"/>
                    <a:pt x="50911" y="206515"/>
                  </a:cubicBezTo>
                  <a:cubicBezTo>
                    <a:pt x="60779" y="224235"/>
                    <a:pt x="74099" y="238612"/>
                    <a:pt x="90869" y="249646"/>
                  </a:cubicBezTo>
                  <a:cubicBezTo>
                    <a:pt x="107639" y="260681"/>
                    <a:pt x="126491" y="266365"/>
                    <a:pt x="147425" y="266700"/>
                  </a:cubicBezTo>
                  <a:cubicBezTo>
                    <a:pt x="162596" y="266514"/>
                    <a:pt x="177223" y="262608"/>
                    <a:pt x="191306" y="254981"/>
                  </a:cubicBezTo>
                  <a:cubicBezTo>
                    <a:pt x="205390" y="247354"/>
                    <a:pt x="217081" y="237123"/>
                    <a:pt x="226381" y="224286"/>
                  </a:cubicBezTo>
                  <a:cubicBezTo>
                    <a:pt x="235680" y="211450"/>
                    <a:pt x="240738" y="197124"/>
                    <a:pt x="241554" y="181308"/>
                  </a:cubicBezTo>
                  <a:lnTo>
                    <a:pt x="167241" y="181308"/>
                  </a:lnTo>
                  <a:lnTo>
                    <a:pt x="167241" y="148590"/>
                  </a:lnTo>
                  <a:lnTo>
                    <a:pt x="281130" y="148590"/>
                  </a:lnTo>
                  <a:lnTo>
                    <a:pt x="281130" y="160003"/>
                  </a:lnTo>
                  <a:cubicBezTo>
                    <a:pt x="280941" y="186553"/>
                    <a:pt x="275144" y="210286"/>
                    <a:pt x="263742" y="231200"/>
                  </a:cubicBezTo>
                  <a:cubicBezTo>
                    <a:pt x="252339" y="252115"/>
                    <a:pt x="236470" y="268648"/>
                    <a:pt x="216133" y="280800"/>
                  </a:cubicBezTo>
                  <a:cubicBezTo>
                    <a:pt x="195796" y="292951"/>
                    <a:pt x="172131" y="299158"/>
                    <a:pt x="145138" y="299418"/>
                  </a:cubicBezTo>
                  <a:cubicBezTo>
                    <a:pt x="118032" y="299054"/>
                    <a:pt x="93577" y="292081"/>
                    <a:pt x="71772" y="278499"/>
                  </a:cubicBezTo>
                  <a:cubicBezTo>
                    <a:pt x="49968" y="264917"/>
                    <a:pt x="32630" y="246913"/>
                    <a:pt x="19760" y="224485"/>
                  </a:cubicBezTo>
                  <a:cubicBezTo>
                    <a:pt x="6889" y="202058"/>
                    <a:pt x="303" y="177393"/>
                    <a:pt x="0" y="150492"/>
                  </a:cubicBezTo>
                  <a:cubicBezTo>
                    <a:pt x="307" y="122597"/>
                    <a:pt x="7054" y="97338"/>
                    <a:pt x="20239" y="74717"/>
                  </a:cubicBezTo>
                  <a:cubicBezTo>
                    <a:pt x="33425" y="52095"/>
                    <a:pt x="51205" y="34069"/>
                    <a:pt x="73579" y="20637"/>
                  </a:cubicBezTo>
                  <a:cubicBezTo>
                    <a:pt x="95953" y="7205"/>
                    <a:pt x="121077" y="326"/>
                    <a:pt x="14894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>
                <a:latin typeface="Muli" panose="02000503000000000000" pitchFamily="2" charset="0"/>
              </a:endParaRPr>
            </a:p>
          </p:txBody>
        </p:sp>
        <p:sp>
          <p:nvSpPr>
            <p:cNvPr id="49" name="手繪多邊形 40">
              <a:extLst>
                <a:ext uri="{FF2B5EF4-FFF2-40B4-BE49-F238E27FC236}">
                  <a16:creationId xmlns:a16="http://schemas.microsoft.com/office/drawing/2014/main" id="{9AB8D061-23A2-AAFD-0FD2-A9C432D764E9}"/>
                </a:ext>
              </a:extLst>
            </p:cNvPr>
            <p:cNvSpPr/>
            <p:nvPr/>
          </p:nvSpPr>
          <p:spPr>
            <a:xfrm>
              <a:off x="2993396" y="2265572"/>
              <a:ext cx="309895" cy="517007"/>
            </a:xfrm>
            <a:custGeom>
              <a:avLst/>
              <a:gdLst/>
              <a:ahLst/>
              <a:cxnLst/>
              <a:rect l="l" t="t" r="r" b="b"/>
              <a:pathLst>
                <a:path w="172164" h="287226">
                  <a:moveTo>
                    <a:pt x="0" y="0"/>
                  </a:moveTo>
                  <a:lnTo>
                    <a:pt x="172164" y="0"/>
                  </a:lnTo>
                  <a:lnTo>
                    <a:pt x="172164" y="32718"/>
                  </a:lnTo>
                  <a:lnTo>
                    <a:pt x="103965" y="32718"/>
                  </a:lnTo>
                  <a:lnTo>
                    <a:pt x="103965" y="287226"/>
                  </a:lnTo>
                  <a:lnTo>
                    <a:pt x="68199" y="287226"/>
                  </a:lnTo>
                  <a:lnTo>
                    <a:pt x="68199" y="32718"/>
                  </a:lnTo>
                  <a:lnTo>
                    <a:pt x="0" y="327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>
                <a:latin typeface="Muli" panose="02000503000000000000" pitchFamily="2" charset="0"/>
              </a:endParaRPr>
            </a:p>
          </p:txBody>
        </p:sp>
        <p:sp>
          <p:nvSpPr>
            <p:cNvPr id="50" name="手繪多邊形 41">
              <a:extLst>
                <a:ext uri="{FF2B5EF4-FFF2-40B4-BE49-F238E27FC236}">
                  <a16:creationId xmlns:a16="http://schemas.microsoft.com/office/drawing/2014/main" id="{0EDC528A-4B9B-CB19-4F74-2BE9CE449C06}"/>
                </a:ext>
              </a:extLst>
            </p:cNvPr>
            <p:cNvSpPr/>
            <p:nvPr/>
          </p:nvSpPr>
          <p:spPr>
            <a:xfrm>
              <a:off x="3344527" y="2265572"/>
              <a:ext cx="375046" cy="517007"/>
            </a:xfrm>
            <a:custGeom>
              <a:avLst/>
              <a:gdLst/>
              <a:ahLst/>
              <a:cxnLst/>
              <a:rect l="l" t="t" r="r" b="b"/>
              <a:pathLst>
                <a:path w="208359" h="287226">
                  <a:moveTo>
                    <a:pt x="0" y="0"/>
                  </a:moveTo>
                  <a:lnTo>
                    <a:pt x="35766" y="0"/>
                  </a:lnTo>
                  <a:lnTo>
                    <a:pt x="35766" y="115824"/>
                  </a:lnTo>
                  <a:lnTo>
                    <a:pt x="172593" y="115824"/>
                  </a:lnTo>
                  <a:lnTo>
                    <a:pt x="172593" y="0"/>
                  </a:lnTo>
                  <a:lnTo>
                    <a:pt x="208359" y="0"/>
                  </a:lnTo>
                  <a:lnTo>
                    <a:pt x="208359" y="287226"/>
                  </a:lnTo>
                  <a:lnTo>
                    <a:pt x="172593" y="287226"/>
                  </a:lnTo>
                  <a:lnTo>
                    <a:pt x="172593" y="149304"/>
                  </a:lnTo>
                  <a:lnTo>
                    <a:pt x="35766" y="149304"/>
                  </a:lnTo>
                  <a:lnTo>
                    <a:pt x="35766" y="287226"/>
                  </a:lnTo>
                  <a:lnTo>
                    <a:pt x="0" y="2872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>
                <a:latin typeface="Muli" panose="02000503000000000000" pitchFamily="2" charset="0"/>
              </a:endParaRPr>
            </a:p>
          </p:txBody>
        </p:sp>
        <p:sp>
          <p:nvSpPr>
            <p:cNvPr id="51" name="手繪多邊形 42">
              <a:extLst>
                <a:ext uri="{FF2B5EF4-FFF2-40B4-BE49-F238E27FC236}">
                  <a16:creationId xmlns:a16="http://schemas.microsoft.com/office/drawing/2014/main" id="{B00E53C5-EE14-CED6-0C4E-492388E0418C}"/>
                </a:ext>
              </a:extLst>
            </p:cNvPr>
            <p:cNvSpPr/>
            <p:nvPr/>
          </p:nvSpPr>
          <p:spPr>
            <a:xfrm>
              <a:off x="3812929" y="2265572"/>
              <a:ext cx="277663" cy="517007"/>
            </a:xfrm>
            <a:custGeom>
              <a:avLst/>
              <a:gdLst/>
              <a:ahLst/>
              <a:cxnLst/>
              <a:rect l="l" t="t" r="r" b="b"/>
              <a:pathLst>
                <a:path w="154257" h="287226">
                  <a:moveTo>
                    <a:pt x="0" y="0"/>
                  </a:moveTo>
                  <a:lnTo>
                    <a:pt x="154257" y="0"/>
                  </a:lnTo>
                  <a:lnTo>
                    <a:pt x="154257" y="32718"/>
                  </a:lnTo>
                  <a:lnTo>
                    <a:pt x="35766" y="32718"/>
                  </a:lnTo>
                  <a:lnTo>
                    <a:pt x="35766" y="113157"/>
                  </a:lnTo>
                  <a:lnTo>
                    <a:pt x="150828" y="113157"/>
                  </a:lnTo>
                  <a:lnTo>
                    <a:pt x="150828" y="145875"/>
                  </a:lnTo>
                  <a:lnTo>
                    <a:pt x="35766" y="145875"/>
                  </a:lnTo>
                  <a:lnTo>
                    <a:pt x="35766" y="254508"/>
                  </a:lnTo>
                  <a:lnTo>
                    <a:pt x="154257" y="254508"/>
                  </a:lnTo>
                  <a:lnTo>
                    <a:pt x="154257" y="287226"/>
                  </a:lnTo>
                  <a:lnTo>
                    <a:pt x="0" y="2872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>
                <a:latin typeface="Muli" panose="02000503000000000000" pitchFamily="2" charset="0"/>
              </a:endParaRPr>
            </a:p>
          </p:txBody>
        </p:sp>
        <p:sp>
          <p:nvSpPr>
            <p:cNvPr id="52" name="手繪多邊形 43">
              <a:extLst>
                <a:ext uri="{FF2B5EF4-FFF2-40B4-BE49-F238E27FC236}">
                  <a16:creationId xmlns:a16="http://schemas.microsoft.com/office/drawing/2014/main" id="{D886FF32-9724-1464-233D-B4D6DF38A102}"/>
                </a:ext>
              </a:extLst>
            </p:cNvPr>
            <p:cNvSpPr/>
            <p:nvPr/>
          </p:nvSpPr>
          <p:spPr>
            <a:xfrm>
              <a:off x="4356082" y="2265572"/>
              <a:ext cx="375046" cy="517007"/>
            </a:xfrm>
            <a:custGeom>
              <a:avLst/>
              <a:gdLst/>
              <a:ahLst/>
              <a:cxnLst/>
              <a:rect l="l" t="t" r="r" b="b"/>
              <a:pathLst>
                <a:path w="208359" h="287226">
                  <a:moveTo>
                    <a:pt x="0" y="0"/>
                  </a:moveTo>
                  <a:lnTo>
                    <a:pt x="35766" y="0"/>
                  </a:lnTo>
                  <a:lnTo>
                    <a:pt x="35766" y="115824"/>
                  </a:lnTo>
                  <a:lnTo>
                    <a:pt x="172593" y="115824"/>
                  </a:lnTo>
                  <a:lnTo>
                    <a:pt x="172593" y="0"/>
                  </a:lnTo>
                  <a:lnTo>
                    <a:pt x="208359" y="0"/>
                  </a:lnTo>
                  <a:lnTo>
                    <a:pt x="208359" y="287226"/>
                  </a:lnTo>
                  <a:lnTo>
                    <a:pt x="172593" y="287226"/>
                  </a:lnTo>
                  <a:lnTo>
                    <a:pt x="172593" y="149304"/>
                  </a:lnTo>
                  <a:lnTo>
                    <a:pt x="35766" y="149304"/>
                  </a:lnTo>
                  <a:lnTo>
                    <a:pt x="35766" y="287226"/>
                  </a:lnTo>
                  <a:lnTo>
                    <a:pt x="0" y="2872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>
                <a:latin typeface="Muli" panose="02000503000000000000" pitchFamily="2" charset="0"/>
              </a:endParaRPr>
            </a:p>
          </p:txBody>
        </p:sp>
        <p:sp>
          <p:nvSpPr>
            <p:cNvPr id="53" name="手繪多邊形 44">
              <a:extLst>
                <a:ext uri="{FF2B5EF4-FFF2-40B4-BE49-F238E27FC236}">
                  <a16:creationId xmlns:a16="http://schemas.microsoft.com/office/drawing/2014/main" id="{030E7188-3429-9469-A5AE-94F7F9887789}"/>
                </a:ext>
              </a:extLst>
            </p:cNvPr>
            <p:cNvSpPr/>
            <p:nvPr/>
          </p:nvSpPr>
          <p:spPr>
            <a:xfrm>
              <a:off x="6676144" y="2265572"/>
              <a:ext cx="372303" cy="517007"/>
            </a:xfrm>
            <a:custGeom>
              <a:avLst/>
              <a:gdLst/>
              <a:ahLst/>
              <a:cxnLst/>
              <a:rect l="l" t="t" r="r" b="b"/>
              <a:pathLst>
                <a:path w="206835" h="287226">
                  <a:moveTo>
                    <a:pt x="0" y="0"/>
                  </a:moveTo>
                  <a:lnTo>
                    <a:pt x="35766" y="0"/>
                  </a:lnTo>
                  <a:lnTo>
                    <a:pt x="35766" y="124567"/>
                  </a:lnTo>
                  <a:lnTo>
                    <a:pt x="157686" y="0"/>
                  </a:lnTo>
                  <a:lnTo>
                    <a:pt x="204549" y="0"/>
                  </a:lnTo>
                  <a:lnTo>
                    <a:pt x="75390" y="129138"/>
                  </a:lnTo>
                  <a:lnTo>
                    <a:pt x="206835" y="287226"/>
                  </a:lnTo>
                  <a:lnTo>
                    <a:pt x="158448" y="287226"/>
                  </a:lnTo>
                  <a:lnTo>
                    <a:pt x="50244" y="153518"/>
                  </a:lnTo>
                  <a:lnTo>
                    <a:pt x="35766" y="167231"/>
                  </a:lnTo>
                  <a:lnTo>
                    <a:pt x="35766" y="287226"/>
                  </a:lnTo>
                  <a:lnTo>
                    <a:pt x="0" y="2872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>
                <a:latin typeface="Muli" panose="02000503000000000000" pitchFamily="2" charset="0"/>
              </a:endParaRPr>
            </a:p>
          </p:txBody>
        </p:sp>
      </p:grpSp>
      <p:sp>
        <p:nvSpPr>
          <p:cNvPr id="67" name="矩形 66">
            <a:extLst>
              <a:ext uri="{FF2B5EF4-FFF2-40B4-BE49-F238E27FC236}">
                <a16:creationId xmlns:a16="http://schemas.microsoft.com/office/drawing/2014/main" id="{40D0DD82-B6DA-DD66-3E8D-35CA8FBE9F7E}"/>
              </a:ext>
            </a:extLst>
          </p:cNvPr>
          <p:cNvSpPr/>
          <p:nvPr userDrawn="1"/>
        </p:nvSpPr>
        <p:spPr>
          <a:xfrm>
            <a:off x="11761643" y="6599589"/>
            <a:ext cx="430357" cy="258411"/>
          </a:xfrm>
          <a:prstGeom prst="rect">
            <a:avLst/>
          </a:prstGeom>
          <a:solidFill>
            <a:srgbClr val="00397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A9938F0-B627-4087-9CA9-E5489E2DA6B2}" type="slidenum">
              <a:rPr kumimoji="0" lang="en-US" altLang="zh-CN" sz="1200" b="1" i="0" u="none" strike="noStrike" kern="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uli" panose="02000503000000000000" pitchFamily="2" charset="0"/>
                <a:ea typeface="微软雅黑" panose="020B0503020204020204" pitchFamily="34" charset="-122"/>
                <a:cs typeface="+mn-cs"/>
                <a:sym typeface="+mn-ea"/>
              </a:rPr>
              <a:t>‹#›</a:t>
            </a:fld>
            <a:endParaRPr kumimoji="0" lang="en-US" altLang="zh-CN" sz="1200" b="1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uli" panose="02000503000000000000" pitchFamily="2" charset="0"/>
              <a:ea typeface="微软雅黑" panose="020B0503020204020204" pitchFamily="34" charset="-122"/>
              <a:cs typeface="+mn-cs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6629200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400" b="0" i="0">
                <a:solidFill>
                  <a:srgbClr val="C0C0C7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/>
          <a:lstStyle>
            <a:lvl1pPr>
              <a:defRPr/>
            </a:lvl1pPr>
          </a:lstStyle>
          <a:p>
            <a:endParaRPr/>
          </a:p>
        </p:txBody>
      </p:sp>
      <p:sp>
        <p:nvSpPr>
          <p:cNvPr id="11" name="bg object 16">
            <a:extLst>
              <a:ext uri="{FF2B5EF4-FFF2-40B4-BE49-F238E27FC236}">
                <a16:creationId xmlns:a16="http://schemas.microsoft.com/office/drawing/2014/main" id="{BAF6CC48-957C-A9EB-5B5B-85B59C88FEF8}"/>
              </a:ext>
            </a:extLst>
          </p:cNvPr>
          <p:cNvSpPr>
            <a:spLocks/>
          </p:cNvSpPr>
          <p:nvPr userDrawn="1"/>
        </p:nvSpPr>
        <p:spPr bwMode="auto">
          <a:xfrm>
            <a:off x="0" y="6281738"/>
            <a:ext cx="12188825" cy="12700"/>
          </a:xfrm>
          <a:custGeom>
            <a:avLst/>
            <a:gdLst>
              <a:gd name="T0" fmla="*/ 12188952 w 12189460"/>
              <a:gd name="T1" fmla="*/ 0 h 12700"/>
              <a:gd name="T2" fmla="*/ 0 w 12189460"/>
              <a:gd name="T3" fmla="*/ 0 h 12700"/>
              <a:gd name="T4" fmla="*/ 0 w 12189460"/>
              <a:gd name="T5" fmla="*/ 12699 h 12700"/>
              <a:gd name="T6" fmla="*/ 12188952 w 12189460"/>
              <a:gd name="T7" fmla="*/ 12699 h 12700"/>
              <a:gd name="T8" fmla="*/ 12188952 w 12189460"/>
              <a:gd name="T9" fmla="*/ 0 h 127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2189460" h="12700">
                <a:moveTo>
                  <a:pt x="12188952" y="0"/>
                </a:moveTo>
                <a:lnTo>
                  <a:pt x="0" y="0"/>
                </a:lnTo>
                <a:lnTo>
                  <a:pt x="0" y="12699"/>
                </a:lnTo>
                <a:lnTo>
                  <a:pt x="12188952" y="12699"/>
                </a:lnTo>
                <a:lnTo>
                  <a:pt x="12188952" y="0"/>
                </a:lnTo>
                <a:close/>
              </a:path>
            </a:pathLst>
          </a:custGeom>
          <a:solidFill>
            <a:srgbClr val="041E4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HK"/>
          </a:p>
        </p:txBody>
      </p:sp>
      <p:sp>
        <p:nvSpPr>
          <p:cNvPr id="4" name="Holder 4">
            <a:extLst>
              <a:ext uri="{FF2B5EF4-FFF2-40B4-BE49-F238E27FC236}">
                <a16:creationId xmlns:a16="http://schemas.microsoft.com/office/drawing/2014/main" id="{F9123847-3E7C-5F43-E83D-9E9F58E95F3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01638" y="6472238"/>
            <a:ext cx="1885950" cy="123111"/>
          </a:xfrm>
        </p:spPr>
        <p:txBody>
          <a:bodyPr/>
          <a:lstStyle>
            <a:lvl1pPr>
              <a:defRPr sz="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HK" dirty="0"/>
              <a:t>©</a:t>
            </a:r>
            <a:r>
              <a:rPr lang="en-HK" spc="295" dirty="0"/>
              <a:t> </a:t>
            </a:r>
            <a:r>
              <a:rPr lang="en-HK" dirty="0" err="1"/>
              <a:t>buildingSMART</a:t>
            </a:r>
            <a:r>
              <a:rPr lang="en-HK" spc="240" dirty="0"/>
              <a:t> </a:t>
            </a:r>
            <a:r>
              <a:rPr lang="en-HK" dirty="0"/>
              <a:t>International</a:t>
            </a:r>
            <a:r>
              <a:rPr lang="en-HK" spc="250" dirty="0"/>
              <a:t> </a:t>
            </a:r>
            <a:r>
              <a:rPr lang="en-HK" spc="30" dirty="0"/>
              <a:t>2023</a:t>
            </a:r>
          </a:p>
        </p:txBody>
      </p:sp>
      <p:pic>
        <p:nvPicPr>
          <p:cNvPr id="5" name="Picture 2" descr="buildingSMART International Brand Identity">
            <a:extLst>
              <a:ext uri="{FF2B5EF4-FFF2-40B4-BE49-F238E27FC236}">
                <a16:creationId xmlns:a16="http://schemas.microsoft.com/office/drawing/2014/main" id="{A4A17D3C-BE24-9F14-F138-B33E158049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6266" y="6321425"/>
            <a:ext cx="1819468" cy="5685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CA454426-AB3F-DB64-B75F-2FB23D8192B0}"/>
              </a:ext>
            </a:extLst>
          </p:cNvPr>
          <p:cNvSpPr/>
          <p:nvPr userDrawn="1"/>
        </p:nvSpPr>
        <p:spPr>
          <a:xfrm>
            <a:off x="11761643" y="6599589"/>
            <a:ext cx="430357" cy="258411"/>
          </a:xfrm>
          <a:prstGeom prst="rect">
            <a:avLst/>
          </a:prstGeom>
          <a:solidFill>
            <a:srgbClr val="00397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A9938F0-B627-4087-9CA9-E5489E2DA6B2}" type="slidenum">
              <a:rPr kumimoji="0" lang="en-US" altLang="zh-CN" sz="1200" b="1" i="0" u="none" strike="noStrike" kern="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uli" panose="02000503000000000000" pitchFamily="2" charset="0"/>
                <a:ea typeface="微软雅黑" panose="020B0503020204020204" pitchFamily="34" charset="-122"/>
                <a:cs typeface="+mn-cs"/>
                <a:sym typeface="+mn-ea"/>
              </a:rPr>
              <a:t>‹#›</a:t>
            </a:fld>
            <a:endParaRPr kumimoji="0" lang="en-US" altLang="zh-CN" sz="1200" b="1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uli" panose="02000503000000000000" pitchFamily="2" charset="0"/>
              <a:ea typeface="微软雅黑" panose="020B0503020204020204" pitchFamily="34" charset="-122"/>
              <a:cs typeface="+mn-cs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2111173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g object 16">
            <a:extLst>
              <a:ext uri="{FF2B5EF4-FFF2-40B4-BE49-F238E27FC236}">
                <a16:creationId xmlns:a16="http://schemas.microsoft.com/office/drawing/2014/main" id="{93C0C77D-2651-27CF-56B9-34FDB1E9F040}"/>
              </a:ext>
            </a:extLst>
          </p:cNvPr>
          <p:cNvSpPr>
            <a:spLocks/>
          </p:cNvSpPr>
          <p:nvPr/>
        </p:nvSpPr>
        <p:spPr bwMode="auto">
          <a:xfrm>
            <a:off x="0" y="6281738"/>
            <a:ext cx="12188825" cy="12700"/>
          </a:xfrm>
          <a:custGeom>
            <a:avLst/>
            <a:gdLst>
              <a:gd name="T0" fmla="*/ 12188952 w 12189460"/>
              <a:gd name="T1" fmla="*/ 0 h 12700"/>
              <a:gd name="T2" fmla="*/ 0 w 12189460"/>
              <a:gd name="T3" fmla="*/ 0 h 12700"/>
              <a:gd name="T4" fmla="*/ 0 w 12189460"/>
              <a:gd name="T5" fmla="*/ 12699 h 12700"/>
              <a:gd name="T6" fmla="*/ 12188952 w 12189460"/>
              <a:gd name="T7" fmla="*/ 12699 h 12700"/>
              <a:gd name="T8" fmla="*/ 12188952 w 12189460"/>
              <a:gd name="T9" fmla="*/ 0 h 127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2189460" h="12700">
                <a:moveTo>
                  <a:pt x="12188952" y="0"/>
                </a:moveTo>
                <a:lnTo>
                  <a:pt x="0" y="0"/>
                </a:lnTo>
                <a:lnTo>
                  <a:pt x="0" y="12699"/>
                </a:lnTo>
                <a:lnTo>
                  <a:pt x="12188952" y="12699"/>
                </a:lnTo>
                <a:lnTo>
                  <a:pt x="12188952" y="0"/>
                </a:lnTo>
                <a:close/>
              </a:path>
            </a:pathLst>
          </a:custGeom>
          <a:solidFill>
            <a:srgbClr val="041E4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HK"/>
          </a:p>
        </p:txBody>
      </p:sp>
      <p:sp>
        <p:nvSpPr>
          <p:cNvPr id="7" name="bg object 18">
            <a:extLst>
              <a:ext uri="{FF2B5EF4-FFF2-40B4-BE49-F238E27FC236}">
                <a16:creationId xmlns:a16="http://schemas.microsoft.com/office/drawing/2014/main" id="{DD936835-E7AD-9DC6-91E4-92C1968B96D9}"/>
              </a:ext>
            </a:extLst>
          </p:cNvPr>
          <p:cNvSpPr>
            <a:spLocks/>
          </p:cNvSpPr>
          <p:nvPr/>
        </p:nvSpPr>
        <p:spPr bwMode="auto">
          <a:xfrm>
            <a:off x="609600" y="355600"/>
            <a:ext cx="5486400" cy="5607050"/>
          </a:xfrm>
          <a:custGeom>
            <a:avLst/>
            <a:gdLst>
              <a:gd name="T0" fmla="*/ 5346700 w 5486400"/>
              <a:gd name="T1" fmla="*/ 0 h 5608320"/>
              <a:gd name="T2" fmla="*/ 139738 w 5486400"/>
              <a:gd name="T3" fmla="*/ 0 h 5608320"/>
              <a:gd name="T4" fmla="*/ 95569 w 5486400"/>
              <a:gd name="T5" fmla="*/ 7128 h 5608320"/>
              <a:gd name="T6" fmla="*/ 57209 w 5486400"/>
              <a:gd name="T7" fmla="*/ 26972 h 5608320"/>
              <a:gd name="T8" fmla="*/ 26960 w 5486400"/>
              <a:gd name="T9" fmla="*/ 57223 h 5608320"/>
              <a:gd name="T10" fmla="*/ 7123 w 5486400"/>
              <a:gd name="T11" fmla="*/ 95569 h 5608320"/>
              <a:gd name="T12" fmla="*/ 0 w 5486400"/>
              <a:gd name="T13" fmla="*/ 139699 h 5608320"/>
              <a:gd name="T14" fmla="*/ 0 w 5486400"/>
              <a:gd name="T15" fmla="*/ 5468581 h 5608320"/>
              <a:gd name="T16" fmla="*/ 7123 w 5486400"/>
              <a:gd name="T17" fmla="*/ 5512750 h 5608320"/>
              <a:gd name="T18" fmla="*/ 26960 w 5486400"/>
              <a:gd name="T19" fmla="*/ 5551110 h 5608320"/>
              <a:gd name="T20" fmla="*/ 57209 w 5486400"/>
              <a:gd name="T21" fmla="*/ 5581359 h 5608320"/>
              <a:gd name="T22" fmla="*/ 95569 w 5486400"/>
              <a:gd name="T23" fmla="*/ 5601196 h 5608320"/>
              <a:gd name="T24" fmla="*/ 139738 w 5486400"/>
              <a:gd name="T25" fmla="*/ 5608320 h 5608320"/>
              <a:gd name="T26" fmla="*/ 5346700 w 5486400"/>
              <a:gd name="T27" fmla="*/ 5608320 h 5608320"/>
              <a:gd name="T28" fmla="*/ 5390830 w 5486400"/>
              <a:gd name="T29" fmla="*/ 5601196 h 5608320"/>
              <a:gd name="T30" fmla="*/ 5429176 w 5486400"/>
              <a:gd name="T31" fmla="*/ 5581359 h 5608320"/>
              <a:gd name="T32" fmla="*/ 5459427 w 5486400"/>
              <a:gd name="T33" fmla="*/ 5551110 h 5608320"/>
              <a:gd name="T34" fmla="*/ 5479271 w 5486400"/>
              <a:gd name="T35" fmla="*/ 5512750 h 5608320"/>
              <a:gd name="T36" fmla="*/ 5486400 w 5486400"/>
              <a:gd name="T37" fmla="*/ 5468581 h 5608320"/>
              <a:gd name="T38" fmla="*/ 5486400 w 5486400"/>
              <a:gd name="T39" fmla="*/ 139699 h 5608320"/>
              <a:gd name="T40" fmla="*/ 5479271 w 5486400"/>
              <a:gd name="T41" fmla="*/ 95569 h 5608320"/>
              <a:gd name="T42" fmla="*/ 5459427 w 5486400"/>
              <a:gd name="T43" fmla="*/ 57223 h 5608320"/>
              <a:gd name="T44" fmla="*/ 5429176 w 5486400"/>
              <a:gd name="T45" fmla="*/ 26972 h 5608320"/>
              <a:gd name="T46" fmla="*/ 5390830 w 5486400"/>
              <a:gd name="T47" fmla="*/ 7128 h 5608320"/>
              <a:gd name="T48" fmla="*/ 5346700 w 5486400"/>
              <a:gd name="T49" fmla="*/ 0 h 56083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5486400" h="5608320">
                <a:moveTo>
                  <a:pt x="5346700" y="0"/>
                </a:moveTo>
                <a:lnTo>
                  <a:pt x="139738" y="0"/>
                </a:lnTo>
                <a:lnTo>
                  <a:pt x="95569" y="7128"/>
                </a:lnTo>
                <a:lnTo>
                  <a:pt x="57209" y="26972"/>
                </a:lnTo>
                <a:lnTo>
                  <a:pt x="26960" y="57223"/>
                </a:lnTo>
                <a:lnTo>
                  <a:pt x="7123" y="95569"/>
                </a:lnTo>
                <a:lnTo>
                  <a:pt x="0" y="139699"/>
                </a:lnTo>
                <a:lnTo>
                  <a:pt x="0" y="5468581"/>
                </a:lnTo>
                <a:lnTo>
                  <a:pt x="7123" y="5512750"/>
                </a:lnTo>
                <a:lnTo>
                  <a:pt x="26960" y="5551110"/>
                </a:lnTo>
                <a:lnTo>
                  <a:pt x="57209" y="5581359"/>
                </a:lnTo>
                <a:lnTo>
                  <a:pt x="95569" y="5601196"/>
                </a:lnTo>
                <a:lnTo>
                  <a:pt x="139738" y="5608320"/>
                </a:lnTo>
                <a:lnTo>
                  <a:pt x="5346700" y="5608320"/>
                </a:lnTo>
                <a:lnTo>
                  <a:pt x="5390830" y="5601196"/>
                </a:lnTo>
                <a:lnTo>
                  <a:pt x="5429176" y="5581359"/>
                </a:lnTo>
                <a:lnTo>
                  <a:pt x="5459427" y="5551110"/>
                </a:lnTo>
                <a:lnTo>
                  <a:pt x="5479271" y="5512750"/>
                </a:lnTo>
                <a:lnTo>
                  <a:pt x="5486400" y="5468581"/>
                </a:lnTo>
                <a:lnTo>
                  <a:pt x="5486400" y="139699"/>
                </a:lnTo>
                <a:lnTo>
                  <a:pt x="5479271" y="95569"/>
                </a:lnTo>
                <a:lnTo>
                  <a:pt x="5459427" y="57223"/>
                </a:lnTo>
                <a:lnTo>
                  <a:pt x="5429176" y="26972"/>
                </a:lnTo>
                <a:lnTo>
                  <a:pt x="5390830" y="7128"/>
                </a:lnTo>
                <a:lnTo>
                  <a:pt x="5346700" y="0"/>
                </a:lnTo>
                <a:close/>
              </a:path>
            </a:pathLst>
          </a:custGeom>
          <a:solidFill>
            <a:srgbClr val="F1F1F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HK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400" b="0" i="0">
                <a:solidFill>
                  <a:srgbClr val="C0C0C7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7090029" y="1366774"/>
            <a:ext cx="3710304" cy="4314190"/>
          </a:xfrm>
          <a:prstGeom prst="rect">
            <a:avLst/>
          </a:prstGeom>
        </p:spPr>
        <p:txBody>
          <a:bodyPr/>
          <a:lstStyle>
            <a:lvl1pPr>
              <a:defRPr sz="1300" b="0" i="0">
                <a:solidFill>
                  <a:srgbClr val="858591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8" name="Holder 4">
            <a:extLst>
              <a:ext uri="{FF2B5EF4-FFF2-40B4-BE49-F238E27FC236}">
                <a16:creationId xmlns:a16="http://schemas.microsoft.com/office/drawing/2014/main" id="{DBE8ED7D-B2A0-F8ED-48FB-6E570304240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01638" y="6472238"/>
            <a:ext cx="1885950" cy="123111"/>
          </a:xfrm>
        </p:spPr>
        <p:txBody>
          <a:bodyPr/>
          <a:lstStyle>
            <a:lvl1pPr>
              <a:defRPr sz="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HK" dirty="0"/>
              <a:t>©</a:t>
            </a:r>
            <a:r>
              <a:rPr lang="en-HK" spc="295" dirty="0"/>
              <a:t> </a:t>
            </a:r>
            <a:r>
              <a:rPr lang="en-HK" dirty="0" err="1"/>
              <a:t>buildingSMART</a:t>
            </a:r>
            <a:r>
              <a:rPr lang="en-HK" spc="240" dirty="0"/>
              <a:t> </a:t>
            </a:r>
            <a:r>
              <a:rPr lang="en-HK" dirty="0"/>
              <a:t>International</a:t>
            </a:r>
            <a:r>
              <a:rPr lang="en-HK" spc="250" dirty="0"/>
              <a:t> </a:t>
            </a:r>
            <a:r>
              <a:rPr lang="en-HK" spc="30" dirty="0"/>
              <a:t>2023</a:t>
            </a:r>
          </a:p>
        </p:txBody>
      </p:sp>
      <p:pic>
        <p:nvPicPr>
          <p:cNvPr id="9" name="Picture 2" descr="buildingSMART International Brand Identity">
            <a:extLst>
              <a:ext uri="{FF2B5EF4-FFF2-40B4-BE49-F238E27FC236}">
                <a16:creationId xmlns:a16="http://schemas.microsoft.com/office/drawing/2014/main" id="{002569DE-AE63-AF3E-95E1-75FF5EA17A7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6266" y="6321425"/>
            <a:ext cx="1819468" cy="5685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Holder 6">
            <a:extLst>
              <a:ext uri="{FF2B5EF4-FFF2-40B4-BE49-F238E27FC236}">
                <a16:creationId xmlns:a16="http://schemas.microsoft.com/office/drawing/2014/main" id="{72E512BC-E6B1-7FE7-0BD3-6EF87800207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9296400" y="6378575"/>
            <a:ext cx="2803525" cy="3429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958630B5-0F5A-467F-90CF-7BAA2DDE5D7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934692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400" b="0" i="0">
                <a:solidFill>
                  <a:srgbClr val="C0C0C7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3" name="Holder 4">
            <a:extLst>
              <a:ext uri="{FF2B5EF4-FFF2-40B4-BE49-F238E27FC236}">
                <a16:creationId xmlns:a16="http://schemas.microsoft.com/office/drawing/2014/main" id="{C7696BBA-A781-3C87-6CBE-1504592D6DC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01638" y="6472238"/>
            <a:ext cx="1885950" cy="123111"/>
          </a:xfrm>
        </p:spPr>
        <p:txBody>
          <a:bodyPr/>
          <a:lstStyle>
            <a:lvl1pPr>
              <a:defRPr sz="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HK" dirty="0"/>
              <a:t>©</a:t>
            </a:r>
            <a:r>
              <a:rPr lang="en-HK" spc="295" dirty="0"/>
              <a:t> </a:t>
            </a:r>
            <a:r>
              <a:rPr lang="en-HK" dirty="0" err="1"/>
              <a:t>buildingSMART</a:t>
            </a:r>
            <a:r>
              <a:rPr lang="en-HK" spc="240" dirty="0"/>
              <a:t> </a:t>
            </a:r>
            <a:r>
              <a:rPr lang="en-HK" dirty="0"/>
              <a:t>International</a:t>
            </a:r>
            <a:r>
              <a:rPr lang="en-HK" spc="250" dirty="0"/>
              <a:t> </a:t>
            </a:r>
            <a:r>
              <a:rPr lang="en-HK" spc="30" dirty="0"/>
              <a:t>2023</a:t>
            </a:r>
          </a:p>
        </p:txBody>
      </p:sp>
      <p:pic>
        <p:nvPicPr>
          <p:cNvPr id="4" name="Picture 2" descr="buildingSMART International Brand Identity">
            <a:extLst>
              <a:ext uri="{FF2B5EF4-FFF2-40B4-BE49-F238E27FC236}">
                <a16:creationId xmlns:a16="http://schemas.microsoft.com/office/drawing/2014/main" id="{5047A517-1B1E-0D0A-6C2C-7CB785ECB60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6266" y="6321425"/>
            <a:ext cx="1819468" cy="5685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bg object 16">
            <a:extLst>
              <a:ext uri="{FF2B5EF4-FFF2-40B4-BE49-F238E27FC236}">
                <a16:creationId xmlns:a16="http://schemas.microsoft.com/office/drawing/2014/main" id="{776FDE81-19B7-BAB5-F9C1-58827C2A1717}"/>
              </a:ext>
            </a:extLst>
          </p:cNvPr>
          <p:cNvSpPr>
            <a:spLocks/>
          </p:cNvSpPr>
          <p:nvPr userDrawn="1"/>
        </p:nvSpPr>
        <p:spPr bwMode="auto">
          <a:xfrm>
            <a:off x="0" y="6281738"/>
            <a:ext cx="12188825" cy="12700"/>
          </a:xfrm>
          <a:custGeom>
            <a:avLst/>
            <a:gdLst>
              <a:gd name="T0" fmla="*/ 12188952 w 12189460"/>
              <a:gd name="T1" fmla="*/ 0 h 12700"/>
              <a:gd name="T2" fmla="*/ 0 w 12189460"/>
              <a:gd name="T3" fmla="*/ 0 h 12700"/>
              <a:gd name="T4" fmla="*/ 0 w 12189460"/>
              <a:gd name="T5" fmla="*/ 12699 h 12700"/>
              <a:gd name="T6" fmla="*/ 12188952 w 12189460"/>
              <a:gd name="T7" fmla="*/ 12699 h 12700"/>
              <a:gd name="T8" fmla="*/ 12188952 w 12189460"/>
              <a:gd name="T9" fmla="*/ 0 h 127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2189460" h="12700">
                <a:moveTo>
                  <a:pt x="12188952" y="0"/>
                </a:moveTo>
                <a:lnTo>
                  <a:pt x="0" y="0"/>
                </a:lnTo>
                <a:lnTo>
                  <a:pt x="0" y="12699"/>
                </a:lnTo>
                <a:lnTo>
                  <a:pt x="12188952" y="12699"/>
                </a:lnTo>
                <a:lnTo>
                  <a:pt x="12188952" y="0"/>
                </a:lnTo>
                <a:close/>
              </a:path>
            </a:pathLst>
          </a:custGeom>
          <a:solidFill>
            <a:srgbClr val="041E4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HK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7D7246B-09B1-9D21-095D-CDE5C43574E8}"/>
              </a:ext>
            </a:extLst>
          </p:cNvPr>
          <p:cNvSpPr/>
          <p:nvPr userDrawn="1"/>
        </p:nvSpPr>
        <p:spPr>
          <a:xfrm>
            <a:off x="11761643" y="6599589"/>
            <a:ext cx="430357" cy="258411"/>
          </a:xfrm>
          <a:prstGeom prst="rect">
            <a:avLst/>
          </a:prstGeom>
          <a:solidFill>
            <a:srgbClr val="00397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A9938F0-B627-4087-9CA9-E5489E2DA6B2}" type="slidenum">
              <a:rPr kumimoji="0" lang="en-US" altLang="zh-CN" sz="1200" b="1" i="0" u="none" strike="noStrike" kern="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uli" panose="02000503000000000000" pitchFamily="2" charset="0"/>
                <a:ea typeface="微软雅黑" panose="020B0503020204020204" pitchFamily="34" charset="-122"/>
                <a:cs typeface="+mn-cs"/>
                <a:sym typeface="+mn-ea"/>
              </a:rPr>
              <a:t>‹#›</a:t>
            </a:fld>
            <a:endParaRPr kumimoji="0" lang="en-US" altLang="zh-CN" sz="1200" b="1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uli" panose="02000503000000000000" pitchFamily="2" charset="0"/>
              <a:ea typeface="微软雅黑" panose="020B0503020204020204" pitchFamily="34" charset="-122"/>
              <a:cs typeface="+mn-cs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2134434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4">
            <a:extLst>
              <a:ext uri="{FF2B5EF4-FFF2-40B4-BE49-F238E27FC236}">
                <a16:creationId xmlns:a16="http://schemas.microsoft.com/office/drawing/2014/main" id="{5C6569A0-F502-4B5A-B473-57651C6304E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01638" y="6472238"/>
            <a:ext cx="1885950" cy="123111"/>
          </a:xfrm>
        </p:spPr>
        <p:txBody>
          <a:bodyPr/>
          <a:lstStyle>
            <a:lvl1pPr>
              <a:defRPr sz="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HK" dirty="0"/>
              <a:t>©</a:t>
            </a:r>
            <a:r>
              <a:rPr lang="en-HK" spc="295" dirty="0"/>
              <a:t> </a:t>
            </a:r>
            <a:r>
              <a:rPr lang="en-HK" dirty="0" err="1"/>
              <a:t>buildingSMART</a:t>
            </a:r>
            <a:r>
              <a:rPr lang="en-HK" spc="240" dirty="0"/>
              <a:t> </a:t>
            </a:r>
            <a:r>
              <a:rPr lang="en-HK" dirty="0"/>
              <a:t>International</a:t>
            </a:r>
            <a:r>
              <a:rPr lang="en-HK" spc="250" dirty="0"/>
              <a:t> </a:t>
            </a:r>
            <a:r>
              <a:rPr lang="en-HK" spc="30" dirty="0"/>
              <a:t>2023</a:t>
            </a:r>
          </a:p>
        </p:txBody>
      </p:sp>
      <p:pic>
        <p:nvPicPr>
          <p:cNvPr id="3" name="Picture 2" descr="buildingSMART International Brand Identity">
            <a:extLst>
              <a:ext uri="{FF2B5EF4-FFF2-40B4-BE49-F238E27FC236}">
                <a16:creationId xmlns:a16="http://schemas.microsoft.com/office/drawing/2014/main" id="{20A3C084-1C00-4665-3EA5-094F8C832B9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6266" y="6321425"/>
            <a:ext cx="1819468" cy="5685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bg object 16">
            <a:extLst>
              <a:ext uri="{FF2B5EF4-FFF2-40B4-BE49-F238E27FC236}">
                <a16:creationId xmlns:a16="http://schemas.microsoft.com/office/drawing/2014/main" id="{A090176D-6F51-C89F-D568-E0EB34B097F3}"/>
              </a:ext>
            </a:extLst>
          </p:cNvPr>
          <p:cNvSpPr>
            <a:spLocks/>
          </p:cNvSpPr>
          <p:nvPr userDrawn="1"/>
        </p:nvSpPr>
        <p:spPr bwMode="auto">
          <a:xfrm>
            <a:off x="0" y="6281738"/>
            <a:ext cx="12188825" cy="12700"/>
          </a:xfrm>
          <a:custGeom>
            <a:avLst/>
            <a:gdLst>
              <a:gd name="T0" fmla="*/ 12188952 w 12189460"/>
              <a:gd name="T1" fmla="*/ 0 h 12700"/>
              <a:gd name="T2" fmla="*/ 0 w 12189460"/>
              <a:gd name="T3" fmla="*/ 0 h 12700"/>
              <a:gd name="T4" fmla="*/ 0 w 12189460"/>
              <a:gd name="T5" fmla="*/ 12699 h 12700"/>
              <a:gd name="T6" fmla="*/ 12188952 w 12189460"/>
              <a:gd name="T7" fmla="*/ 12699 h 12700"/>
              <a:gd name="T8" fmla="*/ 12188952 w 12189460"/>
              <a:gd name="T9" fmla="*/ 0 h 127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2189460" h="12700">
                <a:moveTo>
                  <a:pt x="12188952" y="0"/>
                </a:moveTo>
                <a:lnTo>
                  <a:pt x="0" y="0"/>
                </a:lnTo>
                <a:lnTo>
                  <a:pt x="0" y="12699"/>
                </a:lnTo>
                <a:lnTo>
                  <a:pt x="12188952" y="12699"/>
                </a:lnTo>
                <a:lnTo>
                  <a:pt x="12188952" y="0"/>
                </a:lnTo>
                <a:close/>
              </a:path>
            </a:pathLst>
          </a:custGeom>
          <a:solidFill>
            <a:srgbClr val="041E4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HK"/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D2CD8DE9-A122-F0BC-ADBC-AB89DD8446B2}"/>
              </a:ext>
            </a:extLst>
          </p:cNvPr>
          <p:cNvSpPr/>
          <p:nvPr userDrawn="1"/>
        </p:nvSpPr>
        <p:spPr>
          <a:xfrm>
            <a:off x="11761643" y="6599589"/>
            <a:ext cx="430357" cy="258411"/>
          </a:xfrm>
          <a:prstGeom prst="rect">
            <a:avLst/>
          </a:prstGeom>
          <a:solidFill>
            <a:srgbClr val="00397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A9938F0-B627-4087-9CA9-E5489E2DA6B2}" type="slidenum">
              <a:rPr kumimoji="0" lang="en-US" altLang="zh-CN" sz="1200" b="1" i="0" u="none" strike="noStrike" kern="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uli" panose="02000503000000000000" pitchFamily="2" charset="0"/>
                <a:ea typeface="微软雅黑" panose="020B0503020204020204" pitchFamily="34" charset="-122"/>
                <a:cs typeface="+mn-cs"/>
                <a:sym typeface="+mn-ea"/>
              </a:rPr>
              <a:t>‹#›</a:t>
            </a:fld>
            <a:endParaRPr kumimoji="0" lang="en-US" altLang="zh-CN" sz="1200" b="1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uli" panose="02000503000000000000" pitchFamily="2" charset="0"/>
              <a:ea typeface="微软雅黑" panose="020B0503020204020204" pitchFamily="34" charset="-122"/>
              <a:cs typeface="+mn-cs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7761815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正文要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537DBF83-822A-4475-A71D-521B23F3CE79}"/>
              </a:ext>
            </a:extLst>
          </p:cNvPr>
          <p:cNvSpPr/>
          <p:nvPr/>
        </p:nvSpPr>
        <p:spPr>
          <a:xfrm>
            <a:off x="-1" y="-1884"/>
            <a:ext cx="12192001" cy="798154"/>
          </a:xfrm>
          <a:prstGeom prst="rect">
            <a:avLst/>
          </a:prstGeom>
          <a:solidFill>
            <a:srgbClr val="0139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zh-CN" altLang="en-US" sz="1350">
              <a:solidFill>
                <a:prstClr val="white"/>
              </a:solidFill>
              <a:latin typeface="Muli" panose="02000503000000000000" pitchFamily="2" charset="0"/>
              <a:ea typeface="微软雅黑" panose="020B0503020204020204" pitchFamily="34" charset="-122"/>
            </a:endParaRPr>
          </a:p>
        </p:txBody>
      </p:sp>
      <p:sp>
        <p:nvSpPr>
          <p:cNvPr id="10" name="文本占位符 16">
            <a:extLst>
              <a:ext uri="{FF2B5EF4-FFF2-40B4-BE49-F238E27FC236}">
                <a16:creationId xmlns:a16="http://schemas.microsoft.com/office/drawing/2014/main" id="{BDAB5463-C028-4C3A-ADCB-18A68486AC5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4114" y="97816"/>
            <a:ext cx="8332549" cy="590931"/>
          </a:xfrm>
        </p:spPr>
        <p:txBody>
          <a:bodyPr wrap="square">
            <a:spAutoFit/>
          </a:bodyPr>
          <a:lstStyle>
            <a:lvl1pPr marL="0" indent="0">
              <a:buFont typeface="+mj-ea"/>
              <a:buNone/>
              <a:defRPr sz="3600" b="1" baseline="0">
                <a:solidFill>
                  <a:schemeClr val="bg1"/>
                </a:solidFill>
                <a:latin typeface="Muli" panose="02000503000000000000" pitchFamily="2" charset="0"/>
                <a:ea typeface="微软雅黑" panose="020B0503020204020204" pitchFamily="34" charset="-122"/>
              </a:defRPr>
            </a:lvl1pPr>
            <a:lvl5pPr marL="1828800" indent="0">
              <a:buNone/>
              <a:defRPr/>
            </a:lvl5pPr>
          </a:lstStyle>
          <a:p>
            <a:pPr lvl="0"/>
            <a:r>
              <a:rPr lang="en-HK" altLang="zh-CN" dirty="0"/>
              <a:t>1. Heading</a:t>
            </a:r>
            <a:endParaRPr lang="zh-CN" altLang="en-US" dirty="0"/>
          </a:p>
        </p:txBody>
      </p:sp>
      <p:sp>
        <p:nvSpPr>
          <p:cNvPr id="21" name="文本占位符 14">
            <a:extLst>
              <a:ext uri="{FF2B5EF4-FFF2-40B4-BE49-F238E27FC236}">
                <a16:creationId xmlns:a16="http://schemas.microsoft.com/office/drawing/2014/main" id="{52519E00-FD9E-4B27-A555-A9D3ACBCCB0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4615" y="1121975"/>
            <a:ext cx="3740006" cy="424732"/>
          </a:xfrm>
        </p:spPr>
        <p:txBody>
          <a:bodyPr wrap="square">
            <a:spAutoFit/>
          </a:bodyPr>
          <a:lstStyle>
            <a:lvl1pPr>
              <a:defRPr sz="2400" b="1" baseline="0">
                <a:solidFill>
                  <a:schemeClr val="tx1"/>
                </a:solidFill>
                <a:latin typeface="Muli" panose="02000503000000000000" pitchFamily="2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en-HK" altLang="zh-CN" dirty="0"/>
              <a:t>Topic Sentence</a:t>
            </a:r>
            <a:endParaRPr lang="zh-CN" altLang="en-US" dirty="0"/>
          </a:p>
        </p:txBody>
      </p:sp>
      <p:sp>
        <p:nvSpPr>
          <p:cNvPr id="4" name="矩形 19">
            <a:extLst>
              <a:ext uri="{FF2B5EF4-FFF2-40B4-BE49-F238E27FC236}">
                <a16:creationId xmlns:a16="http://schemas.microsoft.com/office/drawing/2014/main" id="{816D36B2-E2CB-0058-1553-184B3CB28DA4}"/>
              </a:ext>
            </a:extLst>
          </p:cNvPr>
          <p:cNvSpPr/>
          <p:nvPr userDrawn="1"/>
        </p:nvSpPr>
        <p:spPr>
          <a:xfrm>
            <a:off x="11761643" y="6599589"/>
            <a:ext cx="430357" cy="258411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9938F0-B627-4087-9CA9-E5489E2DA6B2}" type="slidenum">
              <a:rPr kumimoji="0" lang="en-US" altLang="zh-CN" sz="12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uli" panose="02000503000000000000" pitchFamily="2" charset="0"/>
                <a:ea typeface="微软雅黑" panose="020B0503020204020204" pitchFamily="34" charset="-122"/>
                <a:cs typeface="+mn-cs"/>
                <a:sym typeface="+mn-ea"/>
              </a:rPr>
              <a:t>‹#›</a:t>
            </a:fld>
            <a:endParaRPr kumimoji="0" lang="en-US" altLang="zh-CN" sz="1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Muli" panose="02000503000000000000" pitchFamily="2" charset="0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grpSp>
        <p:nvGrpSpPr>
          <p:cNvPr id="5" name="群組 2">
            <a:extLst>
              <a:ext uri="{FF2B5EF4-FFF2-40B4-BE49-F238E27FC236}">
                <a16:creationId xmlns:a16="http://schemas.microsoft.com/office/drawing/2014/main" id="{4EE561E6-ACA3-202E-473A-A75ED77DA078}"/>
              </a:ext>
            </a:extLst>
          </p:cNvPr>
          <p:cNvGrpSpPr/>
          <p:nvPr userDrawn="1"/>
        </p:nvGrpSpPr>
        <p:grpSpPr>
          <a:xfrm>
            <a:off x="9677400" y="103817"/>
            <a:ext cx="2378903" cy="578928"/>
            <a:chOff x="1247413" y="2227437"/>
            <a:chExt cx="9214016" cy="2242316"/>
          </a:xfrm>
        </p:grpSpPr>
        <p:grpSp>
          <p:nvGrpSpPr>
            <p:cNvPr id="6" name="群組 1">
              <a:extLst>
                <a:ext uri="{FF2B5EF4-FFF2-40B4-BE49-F238E27FC236}">
                  <a16:creationId xmlns:a16="http://schemas.microsoft.com/office/drawing/2014/main" id="{256BDAFF-0770-8CA9-1930-2E00B3F3F670}"/>
                </a:ext>
              </a:extLst>
            </p:cNvPr>
            <p:cNvGrpSpPr/>
            <p:nvPr/>
          </p:nvGrpSpPr>
          <p:grpSpPr>
            <a:xfrm>
              <a:off x="1247413" y="2227437"/>
              <a:ext cx="1446351" cy="2242316"/>
              <a:chOff x="1247413" y="2227437"/>
              <a:chExt cx="1446351" cy="2242316"/>
            </a:xfrm>
          </p:grpSpPr>
          <p:sp>
            <p:nvSpPr>
              <p:cNvPr id="55" name="AutoShape 48">
                <a:extLst>
                  <a:ext uri="{FF2B5EF4-FFF2-40B4-BE49-F238E27FC236}">
                    <a16:creationId xmlns:a16="http://schemas.microsoft.com/office/drawing/2014/main" id="{AB165B47-32C4-9F8E-4967-F0DD974C703B}"/>
                  </a:ext>
                </a:extLst>
              </p:cNvPr>
              <p:cNvSpPr>
                <a:spLocks noChangeAspect="1" noChangeArrowheads="1" noTextEdit="1"/>
              </p:cNvSpPr>
              <p:nvPr/>
            </p:nvSpPr>
            <p:spPr bwMode="auto">
              <a:xfrm>
                <a:off x="1247413" y="2227437"/>
                <a:ext cx="1446351" cy="22423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HK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HK" altLang="en-US"/>
              </a:p>
            </p:txBody>
          </p:sp>
          <p:sp>
            <p:nvSpPr>
              <p:cNvPr id="56" name="Freeform 50">
                <a:extLst>
                  <a:ext uri="{FF2B5EF4-FFF2-40B4-BE49-F238E27FC236}">
                    <a16:creationId xmlns:a16="http://schemas.microsoft.com/office/drawing/2014/main" id="{97B7E728-F52F-FFF9-8D9B-25E97FA605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68824" y="3195452"/>
                <a:ext cx="801637" cy="1274301"/>
              </a:xfrm>
              <a:custGeom>
                <a:avLst/>
                <a:gdLst>
                  <a:gd name="T0" fmla="*/ 979 w 979"/>
                  <a:gd name="T1" fmla="*/ 1556 h 1556"/>
                  <a:gd name="T2" fmla="*/ 659 w 979"/>
                  <a:gd name="T3" fmla="*/ 1022 h 1556"/>
                  <a:gd name="T4" fmla="*/ 649 w 979"/>
                  <a:gd name="T5" fmla="*/ 990 h 1556"/>
                  <a:gd name="T6" fmla="*/ 649 w 979"/>
                  <a:gd name="T7" fmla="*/ 978 h 1556"/>
                  <a:gd name="T8" fmla="*/ 649 w 979"/>
                  <a:gd name="T9" fmla="*/ 950 h 1556"/>
                  <a:gd name="T10" fmla="*/ 649 w 979"/>
                  <a:gd name="T11" fmla="*/ 0 h 1556"/>
                  <a:gd name="T12" fmla="*/ 528 w 979"/>
                  <a:gd name="T13" fmla="*/ 0 h 1556"/>
                  <a:gd name="T14" fmla="*/ 528 w 979"/>
                  <a:gd name="T15" fmla="*/ 991 h 1556"/>
                  <a:gd name="T16" fmla="*/ 528 w 979"/>
                  <a:gd name="T17" fmla="*/ 1021 h 1556"/>
                  <a:gd name="T18" fmla="*/ 740 w 979"/>
                  <a:gd name="T19" fmla="*/ 1375 h 1556"/>
                  <a:gd name="T20" fmla="*/ 240 w 979"/>
                  <a:gd name="T21" fmla="*/ 1375 h 1556"/>
                  <a:gd name="T22" fmla="*/ 452 w 979"/>
                  <a:gd name="T23" fmla="*/ 1021 h 1556"/>
                  <a:gd name="T24" fmla="*/ 452 w 979"/>
                  <a:gd name="T25" fmla="*/ 991 h 1556"/>
                  <a:gd name="T26" fmla="*/ 452 w 979"/>
                  <a:gd name="T27" fmla="*/ 0 h 1556"/>
                  <a:gd name="T28" fmla="*/ 331 w 979"/>
                  <a:gd name="T29" fmla="*/ 0 h 1556"/>
                  <a:gd name="T30" fmla="*/ 331 w 979"/>
                  <a:gd name="T31" fmla="*/ 950 h 1556"/>
                  <a:gd name="T32" fmla="*/ 331 w 979"/>
                  <a:gd name="T33" fmla="*/ 978 h 1556"/>
                  <a:gd name="T34" fmla="*/ 331 w 979"/>
                  <a:gd name="T35" fmla="*/ 990 h 1556"/>
                  <a:gd name="T36" fmla="*/ 321 w 979"/>
                  <a:gd name="T37" fmla="*/ 1022 h 1556"/>
                  <a:gd name="T38" fmla="*/ 0 w 979"/>
                  <a:gd name="T39" fmla="*/ 1556 h 1556"/>
                  <a:gd name="T40" fmla="*/ 979 w 979"/>
                  <a:gd name="T41" fmla="*/ 1556 h 15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979" h="1556">
                    <a:moveTo>
                      <a:pt x="979" y="1556"/>
                    </a:moveTo>
                    <a:cubicBezTo>
                      <a:pt x="659" y="1022"/>
                      <a:pt x="659" y="1022"/>
                      <a:pt x="659" y="1022"/>
                    </a:cubicBezTo>
                    <a:cubicBezTo>
                      <a:pt x="659" y="1022"/>
                      <a:pt x="649" y="1010"/>
                      <a:pt x="649" y="990"/>
                    </a:cubicBezTo>
                    <a:cubicBezTo>
                      <a:pt x="649" y="978"/>
                      <a:pt x="649" y="978"/>
                      <a:pt x="649" y="978"/>
                    </a:cubicBezTo>
                    <a:cubicBezTo>
                      <a:pt x="649" y="950"/>
                      <a:pt x="649" y="950"/>
                      <a:pt x="649" y="950"/>
                    </a:cubicBezTo>
                    <a:cubicBezTo>
                      <a:pt x="649" y="0"/>
                      <a:pt x="649" y="0"/>
                      <a:pt x="649" y="0"/>
                    </a:cubicBezTo>
                    <a:cubicBezTo>
                      <a:pt x="528" y="0"/>
                      <a:pt x="528" y="0"/>
                      <a:pt x="528" y="0"/>
                    </a:cubicBezTo>
                    <a:cubicBezTo>
                      <a:pt x="528" y="991"/>
                      <a:pt x="528" y="991"/>
                      <a:pt x="528" y="991"/>
                    </a:cubicBezTo>
                    <a:cubicBezTo>
                      <a:pt x="528" y="1021"/>
                      <a:pt x="528" y="1021"/>
                      <a:pt x="528" y="1021"/>
                    </a:cubicBezTo>
                    <a:cubicBezTo>
                      <a:pt x="538" y="1031"/>
                      <a:pt x="740" y="1375"/>
                      <a:pt x="740" y="1375"/>
                    </a:cubicBezTo>
                    <a:cubicBezTo>
                      <a:pt x="240" y="1375"/>
                      <a:pt x="240" y="1375"/>
                      <a:pt x="240" y="1375"/>
                    </a:cubicBezTo>
                    <a:cubicBezTo>
                      <a:pt x="240" y="1375"/>
                      <a:pt x="441" y="1031"/>
                      <a:pt x="452" y="1021"/>
                    </a:cubicBezTo>
                    <a:cubicBezTo>
                      <a:pt x="452" y="991"/>
                      <a:pt x="452" y="991"/>
                      <a:pt x="452" y="991"/>
                    </a:cubicBezTo>
                    <a:cubicBezTo>
                      <a:pt x="452" y="0"/>
                      <a:pt x="452" y="0"/>
                      <a:pt x="452" y="0"/>
                    </a:cubicBezTo>
                    <a:cubicBezTo>
                      <a:pt x="331" y="0"/>
                      <a:pt x="331" y="0"/>
                      <a:pt x="331" y="0"/>
                    </a:cubicBezTo>
                    <a:cubicBezTo>
                      <a:pt x="331" y="950"/>
                      <a:pt x="331" y="950"/>
                      <a:pt x="331" y="950"/>
                    </a:cubicBezTo>
                    <a:cubicBezTo>
                      <a:pt x="331" y="978"/>
                      <a:pt x="331" y="978"/>
                      <a:pt x="331" y="978"/>
                    </a:cubicBezTo>
                    <a:cubicBezTo>
                      <a:pt x="331" y="990"/>
                      <a:pt x="331" y="990"/>
                      <a:pt x="331" y="990"/>
                    </a:cubicBezTo>
                    <a:cubicBezTo>
                      <a:pt x="331" y="1010"/>
                      <a:pt x="321" y="1022"/>
                      <a:pt x="321" y="1022"/>
                    </a:cubicBezTo>
                    <a:cubicBezTo>
                      <a:pt x="0" y="1556"/>
                      <a:pt x="0" y="1556"/>
                      <a:pt x="0" y="1556"/>
                    </a:cubicBezTo>
                    <a:lnTo>
                      <a:pt x="979" y="1556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HK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HK" altLang="en-US">
                  <a:latin typeface="Muli" panose="02000503000000000000" pitchFamily="2" charset="0"/>
                </a:endParaRPr>
              </a:p>
            </p:txBody>
          </p:sp>
          <p:sp>
            <p:nvSpPr>
              <p:cNvPr id="57" name="Freeform 51">
                <a:extLst>
                  <a:ext uri="{FF2B5EF4-FFF2-40B4-BE49-F238E27FC236}">
                    <a16:creationId xmlns:a16="http://schemas.microsoft.com/office/drawing/2014/main" id="{B7CE6836-2BC0-AD8D-B7A6-944D10F6BE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06637" y="2227437"/>
                <a:ext cx="731684" cy="400819"/>
              </a:xfrm>
              <a:custGeom>
                <a:avLst/>
                <a:gdLst>
                  <a:gd name="T0" fmla="*/ 834 w 894"/>
                  <a:gd name="T1" fmla="*/ 490 h 490"/>
                  <a:gd name="T2" fmla="*/ 679 w 894"/>
                  <a:gd name="T3" fmla="*/ 77 h 490"/>
                  <a:gd name="T4" fmla="*/ 430 w 894"/>
                  <a:gd name="T5" fmla="*/ 0 h 490"/>
                  <a:gd name="T6" fmla="*/ 198 w 894"/>
                  <a:gd name="T7" fmla="*/ 77 h 490"/>
                  <a:gd name="T8" fmla="*/ 51 w 894"/>
                  <a:gd name="T9" fmla="*/ 490 h 490"/>
                  <a:gd name="T10" fmla="*/ 834 w 894"/>
                  <a:gd name="T11" fmla="*/ 490 h 4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94" h="490">
                    <a:moveTo>
                      <a:pt x="834" y="490"/>
                    </a:moveTo>
                    <a:cubicBezTo>
                      <a:pt x="834" y="490"/>
                      <a:pt x="894" y="241"/>
                      <a:pt x="679" y="77"/>
                    </a:cubicBezTo>
                    <a:cubicBezTo>
                      <a:pt x="679" y="77"/>
                      <a:pt x="593" y="0"/>
                      <a:pt x="430" y="0"/>
                    </a:cubicBezTo>
                    <a:cubicBezTo>
                      <a:pt x="284" y="0"/>
                      <a:pt x="198" y="77"/>
                      <a:pt x="198" y="77"/>
                    </a:cubicBezTo>
                    <a:cubicBezTo>
                      <a:pt x="0" y="215"/>
                      <a:pt x="51" y="490"/>
                      <a:pt x="51" y="490"/>
                    </a:cubicBezTo>
                    <a:lnTo>
                      <a:pt x="834" y="49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HK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HK" altLang="en-US">
                  <a:latin typeface="Muli" panose="02000503000000000000" pitchFamily="2" charset="0"/>
                </a:endParaRPr>
              </a:p>
            </p:txBody>
          </p:sp>
          <p:sp>
            <p:nvSpPr>
              <p:cNvPr id="58" name="Freeform 52">
                <a:extLst>
                  <a:ext uri="{FF2B5EF4-FFF2-40B4-BE49-F238E27FC236}">
                    <a16:creationId xmlns:a16="http://schemas.microsoft.com/office/drawing/2014/main" id="{5C7A0B92-652E-4085-3D5B-C7704975F1E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55794" y="2649054"/>
                <a:ext cx="627697" cy="35923"/>
              </a:xfrm>
              <a:custGeom>
                <a:avLst/>
                <a:gdLst>
                  <a:gd name="T0" fmla="*/ 14 w 765"/>
                  <a:gd name="T1" fmla="*/ 43 h 43"/>
                  <a:gd name="T2" fmla="*/ 750 w 765"/>
                  <a:gd name="T3" fmla="*/ 43 h 43"/>
                  <a:gd name="T4" fmla="*/ 765 w 765"/>
                  <a:gd name="T5" fmla="*/ 0 h 43"/>
                  <a:gd name="T6" fmla="*/ 0 w 765"/>
                  <a:gd name="T7" fmla="*/ 0 h 43"/>
                  <a:gd name="T8" fmla="*/ 14 w 765"/>
                  <a:gd name="T9" fmla="*/ 4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65" h="43">
                    <a:moveTo>
                      <a:pt x="14" y="43"/>
                    </a:moveTo>
                    <a:cubicBezTo>
                      <a:pt x="750" y="43"/>
                      <a:pt x="750" y="43"/>
                      <a:pt x="750" y="43"/>
                    </a:cubicBezTo>
                    <a:cubicBezTo>
                      <a:pt x="756" y="29"/>
                      <a:pt x="761" y="15"/>
                      <a:pt x="765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4" y="15"/>
                      <a:pt x="9" y="29"/>
                      <a:pt x="14" y="43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HK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HK" altLang="en-US">
                  <a:latin typeface="Muli" panose="02000503000000000000" pitchFamily="2" charset="0"/>
                </a:endParaRPr>
              </a:p>
            </p:txBody>
          </p:sp>
          <p:sp>
            <p:nvSpPr>
              <p:cNvPr id="59" name="Freeform 53">
                <a:extLst>
                  <a:ext uri="{FF2B5EF4-FFF2-40B4-BE49-F238E27FC236}">
                    <a16:creationId xmlns:a16="http://schemas.microsoft.com/office/drawing/2014/main" id="{A5484B13-F763-3879-E058-B52D967E0C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78482" y="2705773"/>
                <a:ext cx="582321" cy="34032"/>
              </a:xfrm>
              <a:custGeom>
                <a:avLst/>
                <a:gdLst>
                  <a:gd name="T0" fmla="*/ 713 w 713"/>
                  <a:gd name="T1" fmla="*/ 0 h 43"/>
                  <a:gd name="T2" fmla="*/ 0 w 713"/>
                  <a:gd name="T3" fmla="*/ 0 h 43"/>
                  <a:gd name="T4" fmla="*/ 25 w 713"/>
                  <a:gd name="T5" fmla="*/ 43 h 43"/>
                  <a:gd name="T6" fmla="*/ 688 w 713"/>
                  <a:gd name="T7" fmla="*/ 43 h 43"/>
                  <a:gd name="T8" fmla="*/ 713 w 713"/>
                  <a:gd name="T9" fmla="*/ 0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3" h="43">
                    <a:moveTo>
                      <a:pt x="713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7" y="15"/>
                      <a:pt x="16" y="29"/>
                      <a:pt x="25" y="43"/>
                    </a:cubicBezTo>
                    <a:cubicBezTo>
                      <a:pt x="688" y="43"/>
                      <a:pt x="688" y="43"/>
                      <a:pt x="688" y="43"/>
                    </a:cubicBezTo>
                    <a:cubicBezTo>
                      <a:pt x="697" y="29"/>
                      <a:pt x="705" y="15"/>
                      <a:pt x="713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HK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HK" altLang="en-US">
                  <a:latin typeface="Muli" panose="02000503000000000000" pitchFamily="2" charset="0"/>
                </a:endParaRPr>
              </a:p>
            </p:txBody>
          </p:sp>
          <p:sp>
            <p:nvSpPr>
              <p:cNvPr id="60" name="Freeform 54">
                <a:extLst>
                  <a:ext uri="{FF2B5EF4-FFF2-40B4-BE49-F238E27FC236}">
                    <a16:creationId xmlns:a16="http://schemas.microsoft.com/office/drawing/2014/main" id="{814DEC4C-67F8-B936-FED8-0DEB3867D8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12514" y="2762493"/>
                <a:ext cx="514258" cy="26469"/>
              </a:xfrm>
              <a:custGeom>
                <a:avLst/>
                <a:gdLst>
                  <a:gd name="T0" fmla="*/ 30 w 627"/>
                  <a:gd name="T1" fmla="*/ 34 h 34"/>
                  <a:gd name="T2" fmla="*/ 597 w 627"/>
                  <a:gd name="T3" fmla="*/ 34 h 34"/>
                  <a:gd name="T4" fmla="*/ 627 w 627"/>
                  <a:gd name="T5" fmla="*/ 0 h 34"/>
                  <a:gd name="T6" fmla="*/ 0 w 627"/>
                  <a:gd name="T7" fmla="*/ 0 h 34"/>
                  <a:gd name="T8" fmla="*/ 30 w 627"/>
                  <a:gd name="T9" fmla="*/ 34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7" h="34">
                    <a:moveTo>
                      <a:pt x="30" y="34"/>
                    </a:moveTo>
                    <a:cubicBezTo>
                      <a:pt x="597" y="34"/>
                      <a:pt x="597" y="34"/>
                      <a:pt x="597" y="34"/>
                    </a:cubicBezTo>
                    <a:cubicBezTo>
                      <a:pt x="608" y="23"/>
                      <a:pt x="618" y="12"/>
                      <a:pt x="627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9" y="12"/>
                      <a:pt x="19" y="23"/>
                      <a:pt x="30" y="34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HK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HK" altLang="en-US">
                  <a:latin typeface="Muli" panose="02000503000000000000" pitchFamily="2" charset="0"/>
                </a:endParaRPr>
              </a:p>
            </p:txBody>
          </p:sp>
          <p:sp>
            <p:nvSpPr>
              <p:cNvPr id="61" name="Freeform 55">
                <a:extLst>
                  <a:ext uri="{FF2B5EF4-FFF2-40B4-BE49-F238E27FC236}">
                    <a16:creationId xmlns:a16="http://schemas.microsoft.com/office/drawing/2014/main" id="{F9A1A43D-82E7-DB70-BF03-707D981773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9781" y="2811650"/>
                <a:ext cx="419725" cy="20798"/>
              </a:xfrm>
              <a:custGeom>
                <a:avLst/>
                <a:gdLst>
                  <a:gd name="T0" fmla="*/ 33 w 511"/>
                  <a:gd name="T1" fmla="*/ 26 h 26"/>
                  <a:gd name="T2" fmla="*/ 478 w 511"/>
                  <a:gd name="T3" fmla="*/ 26 h 26"/>
                  <a:gd name="T4" fmla="*/ 511 w 511"/>
                  <a:gd name="T5" fmla="*/ 0 h 26"/>
                  <a:gd name="T6" fmla="*/ 0 w 511"/>
                  <a:gd name="T7" fmla="*/ 0 h 26"/>
                  <a:gd name="T8" fmla="*/ 33 w 511"/>
                  <a:gd name="T9" fmla="*/ 26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11" h="26">
                    <a:moveTo>
                      <a:pt x="33" y="26"/>
                    </a:moveTo>
                    <a:cubicBezTo>
                      <a:pt x="478" y="26"/>
                      <a:pt x="478" y="26"/>
                      <a:pt x="478" y="26"/>
                    </a:cubicBezTo>
                    <a:cubicBezTo>
                      <a:pt x="489" y="18"/>
                      <a:pt x="501" y="9"/>
                      <a:pt x="511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0" y="9"/>
                      <a:pt x="22" y="18"/>
                      <a:pt x="33" y="26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HK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HK" altLang="en-US">
                  <a:latin typeface="Muli" panose="02000503000000000000" pitchFamily="2" charset="0"/>
                </a:endParaRPr>
              </a:p>
            </p:txBody>
          </p:sp>
          <p:sp>
            <p:nvSpPr>
              <p:cNvPr id="62" name="Freeform 56">
                <a:extLst>
                  <a:ext uri="{FF2B5EF4-FFF2-40B4-BE49-F238E27FC236}">
                    <a16:creationId xmlns:a16="http://schemas.microsoft.com/office/drawing/2014/main" id="{F95FDDF2-5BF1-D06E-817D-13657225BB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39188" y="2860807"/>
                <a:ext cx="262802" cy="28360"/>
              </a:xfrm>
              <a:custGeom>
                <a:avLst/>
                <a:gdLst>
                  <a:gd name="T0" fmla="*/ 0 w 321"/>
                  <a:gd name="T1" fmla="*/ 0 h 35"/>
                  <a:gd name="T2" fmla="*/ 160 w 321"/>
                  <a:gd name="T3" fmla="*/ 35 h 35"/>
                  <a:gd name="T4" fmla="*/ 321 w 321"/>
                  <a:gd name="T5" fmla="*/ 0 h 35"/>
                  <a:gd name="T6" fmla="*/ 0 w 321"/>
                  <a:gd name="T7" fmla="*/ 0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21" h="35">
                    <a:moveTo>
                      <a:pt x="0" y="0"/>
                    </a:moveTo>
                    <a:cubicBezTo>
                      <a:pt x="49" y="22"/>
                      <a:pt x="103" y="35"/>
                      <a:pt x="160" y="35"/>
                    </a:cubicBezTo>
                    <a:cubicBezTo>
                      <a:pt x="218" y="35"/>
                      <a:pt x="272" y="22"/>
                      <a:pt x="321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HK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HK" altLang="en-US">
                  <a:latin typeface="Muli" panose="02000503000000000000" pitchFamily="2" charset="0"/>
                </a:endParaRPr>
              </a:p>
            </p:txBody>
          </p:sp>
          <p:sp>
            <p:nvSpPr>
              <p:cNvPr id="63" name="Freeform 57">
                <a:extLst>
                  <a:ext uri="{FF2B5EF4-FFF2-40B4-BE49-F238E27FC236}">
                    <a16:creationId xmlns:a16="http://schemas.microsoft.com/office/drawing/2014/main" id="{87601B1A-2047-7A49-BE41-725B99E662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47413" y="2904291"/>
                <a:ext cx="1446351" cy="249566"/>
              </a:xfrm>
              <a:custGeom>
                <a:avLst/>
                <a:gdLst>
                  <a:gd name="T0" fmla="*/ 1647 w 1767"/>
                  <a:gd name="T1" fmla="*/ 0 h 304"/>
                  <a:gd name="T2" fmla="*/ 1044 w 1767"/>
                  <a:gd name="T3" fmla="*/ 0 h 304"/>
                  <a:gd name="T4" fmla="*/ 944 w 1767"/>
                  <a:gd name="T5" fmla="*/ 30 h 304"/>
                  <a:gd name="T6" fmla="*/ 884 w 1767"/>
                  <a:gd name="T7" fmla="*/ 111 h 304"/>
                  <a:gd name="T8" fmla="*/ 884 w 1767"/>
                  <a:gd name="T9" fmla="*/ 111 h 304"/>
                  <a:gd name="T10" fmla="*/ 824 w 1767"/>
                  <a:gd name="T11" fmla="*/ 30 h 304"/>
                  <a:gd name="T12" fmla="*/ 723 w 1767"/>
                  <a:gd name="T13" fmla="*/ 0 h 304"/>
                  <a:gd name="T14" fmla="*/ 121 w 1767"/>
                  <a:gd name="T15" fmla="*/ 0 h 304"/>
                  <a:gd name="T16" fmla="*/ 0 w 1767"/>
                  <a:gd name="T17" fmla="*/ 193 h 304"/>
                  <a:gd name="T18" fmla="*/ 552 w 1767"/>
                  <a:gd name="T19" fmla="*/ 193 h 304"/>
                  <a:gd name="T20" fmla="*/ 579 w 1767"/>
                  <a:gd name="T21" fmla="*/ 194 h 304"/>
                  <a:gd name="T22" fmla="*/ 653 w 1767"/>
                  <a:gd name="T23" fmla="*/ 227 h 304"/>
                  <a:gd name="T24" fmla="*/ 715 w 1767"/>
                  <a:gd name="T25" fmla="*/ 282 h 304"/>
                  <a:gd name="T26" fmla="*/ 733 w 1767"/>
                  <a:gd name="T27" fmla="*/ 304 h 304"/>
                  <a:gd name="T28" fmla="*/ 869 w 1767"/>
                  <a:gd name="T29" fmla="*/ 304 h 304"/>
                  <a:gd name="T30" fmla="*/ 884 w 1767"/>
                  <a:gd name="T31" fmla="*/ 304 h 304"/>
                  <a:gd name="T32" fmla="*/ 884 w 1767"/>
                  <a:gd name="T33" fmla="*/ 304 h 304"/>
                  <a:gd name="T34" fmla="*/ 931 w 1767"/>
                  <a:gd name="T35" fmla="*/ 304 h 304"/>
                  <a:gd name="T36" fmla="*/ 1034 w 1767"/>
                  <a:gd name="T37" fmla="*/ 304 h 304"/>
                  <a:gd name="T38" fmla="*/ 1052 w 1767"/>
                  <a:gd name="T39" fmla="*/ 282 h 304"/>
                  <a:gd name="T40" fmla="*/ 1115 w 1767"/>
                  <a:gd name="T41" fmla="*/ 227 h 304"/>
                  <a:gd name="T42" fmla="*/ 1189 w 1767"/>
                  <a:gd name="T43" fmla="*/ 194 h 304"/>
                  <a:gd name="T44" fmla="*/ 1216 w 1767"/>
                  <a:gd name="T45" fmla="*/ 193 h 304"/>
                  <a:gd name="T46" fmla="*/ 1767 w 1767"/>
                  <a:gd name="T47" fmla="*/ 193 h 304"/>
                  <a:gd name="T48" fmla="*/ 1647 w 1767"/>
                  <a:gd name="T49" fmla="*/ 0 h 3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767" h="304">
                    <a:moveTo>
                      <a:pt x="1647" y="0"/>
                    </a:moveTo>
                    <a:cubicBezTo>
                      <a:pt x="1044" y="0"/>
                      <a:pt x="1044" y="0"/>
                      <a:pt x="1044" y="0"/>
                    </a:cubicBezTo>
                    <a:cubicBezTo>
                      <a:pt x="1044" y="0"/>
                      <a:pt x="989" y="0"/>
                      <a:pt x="944" y="30"/>
                    </a:cubicBezTo>
                    <a:cubicBezTo>
                      <a:pt x="910" y="54"/>
                      <a:pt x="885" y="109"/>
                      <a:pt x="884" y="111"/>
                    </a:cubicBezTo>
                    <a:cubicBezTo>
                      <a:pt x="884" y="111"/>
                      <a:pt x="884" y="111"/>
                      <a:pt x="884" y="111"/>
                    </a:cubicBezTo>
                    <a:cubicBezTo>
                      <a:pt x="883" y="109"/>
                      <a:pt x="858" y="54"/>
                      <a:pt x="824" y="30"/>
                    </a:cubicBezTo>
                    <a:cubicBezTo>
                      <a:pt x="779" y="0"/>
                      <a:pt x="723" y="0"/>
                      <a:pt x="723" y="0"/>
                    </a:cubicBezTo>
                    <a:cubicBezTo>
                      <a:pt x="121" y="0"/>
                      <a:pt x="121" y="0"/>
                      <a:pt x="121" y="0"/>
                    </a:cubicBezTo>
                    <a:cubicBezTo>
                      <a:pt x="0" y="193"/>
                      <a:pt x="0" y="193"/>
                      <a:pt x="0" y="193"/>
                    </a:cubicBezTo>
                    <a:cubicBezTo>
                      <a:pt x="552" y="193"/>
                      <a:pt x="552" y="193"/>
                      <a:pt x="552" y="193"/>
                    </a:cubicBezTo>
                    <a:cubicBezTo>
                      <a:pt x="552" y="193"/>
                      <a:pt x="569" y="193"/>
                      <a:pt x="579" y="194"/>
                    </a:cubicBezTo>
                    <a:cubicBezTo>
                      <a:pt x="595" y="197"/>
                      <a:pt x="623" y="206"/>
                      <a:pt x="653" y="227"/>
                    </a:cubicBezTo>
                    <a:cubicBezTo>
                      <a:pt x="694" y="257"/>
                      <a:pt x="705" y="272"/>
                      <a:pt x="715" y="282"/>
                    </a:cubicBezTo>
                    <a:cubicBezTo>
                      <a:pt x="720" y="287"/>
                      <a:pt x="733" y="304"/>
                      <a:pt x="733" y="304"/>
                    </a:cubicBezTo>
                    <a:cubicBezTo>
                      <a:pt x="869" y="304"/>
                      <a:pt x="869" y="304"/>
                      <a:pt x="869" y="304"/>
                    </a:cubicBezTo>
                    <a:cubicBezTo>
                      <a:pt x="884" y="304"/>
                      <a:pt x="884" y="304"/>
                      <a:pt x="884" y="304"/>
                    </a:cubicBezTo>
                    <a:cubicBezTo>
                      <a:pt x="884" y="304"/>
                      <a:pt x="884" y="304"/>
                      <a:pt x="884" y="304"/>
                    </a:cubicBezTo>
                    <a:cubicBezTo>
                      <a:pt x="931" y="304"/>
                      <a:pt x="931" y="304"/>
                      <a:pt x="931" y="304"/>
                    </a:cubicBezTo>
                    <a:cubicBezTo>
                      <a:pt x="1034" y="304"/>
                      <a:pt x="1034" y="304"/>
                      <a:pt x="1034" y="304"/>
                    </a:cubicBezTo>
                    <a:cubicBezTo>
                      <a:pt x="1034" y="304"/>
                      <a:pt x="1047" y="287"/>
                      <a:pt x="1052" y="282"/>
                    </a:cubicBezTo>
                    <a:cubicBezTo>
                      <a:pt x="1062" y="272"/>
                      <a:pt x="1074" y="257"/>
                      <a:pt x="1115" y="227"/>
                    </a:cubicBezTo>
                    <a:cubicBezTo>
                      <a:pt x="1144" y="206"/>
                      <a:pt x="1173" y="197"/>
                      <a:pt x="1189" y="194"/>
                    </a:cubicBezTo>
                    <a:cubicBezTo>
                      <a:pt x="1199" y="193"/>
                      <a:pt x="1216" y="193"/>
                      <a:pt x="1216" y="193"/>
                    </a:cubicBezTo>
                    <a:cubicBezTo>
                      <a:pt x="1767" y="193"/>
                      <a:pt x="1767" y="193"/>
                      <a:pt x="1767" y="193"/>
                    </a:cubicBezTo>
                    <a:lnTo>
                      <a:pt x="1647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HK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HK" altLang="en-US">
                  <a:latin typeface="Muli" panose="02000503000000000000" pitchFamily="2" charset="0"/>
                </a:endParaRPr>
              </a:p>
            </p:txBody>
          </p:sp>
          <p:sp>
            <p:nvSpPr>
              <p:cNvPr id="64" name="Freeform 58">
                <a:extLst>
                  <a:ext uri="{FF2B5EF4-FFF2-40B4-BE49-F238E27FC236}">
                    <a16:creationId xmlns:a16="http://schemas.microsoft.com/office/drawing/2014/main" id="{6ED83BC4-7EA3-B785-3C72-37B21900B7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96570" y="3110373"/>
                <a:ext cx="345990" cy="1191112"/>
              </a:xfrm>
              <a:custGeom>
                <a:avLst/>
                <a:gdLst>
                  <a:gd name="T0" fmla="*/ 0 w 422"/>
                  <a:gd name="T1" fmla="*/ 0 h 1456"/>
                  <a:gd name="T2" fmla="*/ 0 w 422"/>
                  <a:gd name="T3" fmla="*/ 904 h 1456"/>
                  <a:gd name="T4" fmla="*/ 0 w 422"/>
                  <a:gd name="T5" fmla="*/ 916 h 1456"/>
                  <a:gd name="T6" fmla="*/ 1 w 422"/>
                  <a:gd name="T7" fmla="*/ 943 h 1456"/>
                  <a:gd name="T8" fmla="*/ 98 w 422"/>
                  <a:gd name="T9" fmla="*/ 1206 h 1456"/>
                  <a:gd name="T10" fmla="*/ 347 w 422"/>
                  <a:gd name="T11" fmla="*/ 1456 h 1456"/>
                  <a:gd name="T12" fmla="*/ 422 w 422"/>
                  <a:gd name="T13" fmla="*/ 1336 h 1456"/>
                  <a:gd name="T14" fmla="*/ 238 w 422"/>
                  <a:gd name="T15" fmla="*/ 1156 h 1456"/>
                  <a:gd name="T16" fmla="*/ 194 w 422"/>
                  <a:gd name="T17" fmla="*/ 1084 h 1456"/>
                  <a:gd name="T18" fmla="*/ 169 w 422"/>
                  <a:gd name="T19" fmla="*/ 1025 h 1456"/>
                  <a:gd name="T20" fmla="*/ 157 w 422"/>
                  <a:gd name="T21" fmla="*/ 987 h 1456"/>
                  <a:gd name="T22" fmla="*/ 150 w 422"/>
                  <a:gd name="T23" fmla="*/ 941 h 1456"/>
                  <a:gd name="T24" fmla="*/ 149 w 422"/>
                  <a:gd name="T25" fmla="*/ 913 h 1456"/>
                  <a:gd name="T26" fmla="*/ 149 w 422"/>
                  <a:gd name="T27" fmla="*/ 909 h 1456"/>
                  <a:gd name="T28" fmla="*/ 149 w 422"/>
                  <a:gd name="T29" fmla="*/ 0 h 1456"/>
                  <a:gd name="T30" fmla="*/ 0 w 422"/>
                  <a:gd name="T31" fmla="*/ 0 h 14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422" h="1456">
                    <a:moveTo>
                      <a:pt x="0" y="0"/>
                    </a:moveTo>
                    <a:cubicBezTo>
                      <a:pt x="0" y="904"/>
                      <a:pt x="0" y="904"/>
                      <a:pt x="0" y="904"/>
                    </a:cubicBezTo>
                    <a:cubicBezTo>
                      <a:pt x="0" y="904"/>
                      <a:pt x="0" y="913"/>
                      <a:pt x="0" y="916"/>
                    </a:cubicBezTo>
                    <a:cubicBezTo>
                      <a:pt x="0" y="926"/>
                      <a:pt x="1" y="935"/>
                      <a:pt x="1" y="943"/>
                    </a:cubicBezTo>
                    <a:cubicBezTo>
                      <a:pt x="11" y="1040"/>
                      <a:pt x="42" y="1111"/>
                      <a:pt x="98" y="1206"/>
                    </a:cubicBezTo>
                    <a:cubicBezTo>
                      <a:pt x="186" y="1353"/>
                      <a:pt x="347" y="1456"/>
                      <a:pt x="347" y="1456"/>
                    </a:cubicBezTo>
                    <a:cubicBezTo>
                      <a:pt x="422" y="1336"/>
                      <a:pt x="422" y="1336"/>
                      <a:pt x="422" y="1336"/>
                    </a:cubicBezTo>
                    <a:cubicBezTo>
                      <a:pt x="422" y="1336"/>
                      <a:pt x="320" y="1281"/>
                      <a:pt x="238" y="1156"/>
                    </a:cubicBezTo>
                    <a:cubicBezTo>
                      <a:pt x="221" y="1130"/>
                      <a:pt x="205" y="1107"/>
                      <a:pt x="194" y="1084"/>
                    </a:cubicBezTo>
                    <a:cubicBezTo>
                      <a:pt x="183" y="1062"/>
                      <a:pt x="175" y="1044"/>
                      <a:pt x="169" y="1025"/>
                    </a:cubicBezTo>
                    <a:cubicBezTo>
                      <a:pt x="164" y="1011"/>
                      <a:pt x="160" y="998"/>
                      <a:pt x="157" y="987"/>
                    </a:cubicBezTo>
                    <a:cubicBezTo>
                      <a:pt x="153" y="970"/>
                      <a:pt x="151" y="957"/>
                      <a:pt x="150" y="941"/>
                    </a:cubicBezTo>
                    <a:cubicBezTo>
                      <a:pt x="150" y="936"/>
                      <a:pt x="149" y="913"/>
                      <a:pt x="149" y="913"/>
                    </a:cubicBezTo>
                    <a:cubicBezTo>
                      <a:pt x="149" y="909"/>
                      <a:pt x="149" y="909"/>
                      <a:pt x="149" y="909"/>
                    </a:cubicBezTo>
                    <a:cubicBezTo>
                      <a:pt x="149" y="0"/>
                      <a:pt x="149" y="0"/>
                      <a:pt x="149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HK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HK" altLang="en-US">
                  <a:latin typeface="Muli" panose="02000503000000000000" pitchFamily="2" charset="0"/>
                </a:endParaRPr>
              </a:p>
            </p:txBody>
          </p:sp>
          <p:sp>
            <p:nvSpPr>
              <p:cNvPr id="65" name="Freeform 59">
                <a:extLst>
                  <a:ext uri="{FF2B5EF4-FFF2-40B4-BE49-F238E27FC236}">
                    <a16:creationId xmlns:a16="http://schemas.microsoft.com/office/drawing/2014/main" id="{562B3908-1398-C0E1-4004-4D72513EFA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83745" y="3110373"/>
                <a:ext cx="255239" cy="1032297"/>
              </a:xfrm>
              <a:custGeom>
                <a:avLst/>
                <a:gdLst>
                  <a:gd name="T0" fmla="*/ 0 w 312"/>
                  <a:gd name="T1" fmla="*/ 0 h 1262"/>
                  <a:gd name="T2" fmla="*/ 0 w 312"/>
                  <a:gd name="T3" fmla="*/ 913 h 1262"/>
                  <a:gd name="T4" fmla="*/ 1 w 312"/>
                  <a:gd name="T5" fmla="*/ 920 h 1262"/>
                  <a:gd name="T6" fmla="*/ 2 w 312"/>
                  <a:gd name="T7" fmla="*/ 937 h 1262"/>
                  <a:gd name="T8" fmla="*/ 4 w 312"/>
                  <a:gd name="T9" fmla="*/ 946 h 1262"/>
                  <a:gd name="T10" fmla="*/ 16 w 312"/>
                  <a:gd name="T11" fmla="*/ 992 h 1262"/>
                  <a:gd name="T12" fmla="*/ 71 w 312"/>
                  <a:gd name="T13" fmla="*/ 1102 h 1262"/>
                  <a:gd name="T14" fmla="*/ 237 w 312"/>
                  <a:gd name="T15" fmla="*/ 1262 h 1262"/>
                  <a:gd name="T16" fmla="*/ 312 w 312"/>
                  <a:gd name="T17" fmla="*/ 1144 h 1262"/>
                  <a:gd name="T18" fmla="*/ 257 w 312"/>
                  <a:gd name="T19" fmla="*/ 1101 h 1262"/>
                  <a:gd name="T20" fmla="*/ 192 w 312"/>
                  <a:gd name="T21" fmla="*/ 1026 h 1262"/>
                  <a:gd name="T22" fmla="*/ 153 w 312"/>
                  <a:gd name="T23" fmla="*/ 940 h 1262"/>
                  <a:gd name="T24" fmla="*/ 145 w 312"/>
                  <a:gd name="T25" fmla="*/ 894 h 1262"/>
                  <a:gd name="T26" fmla="*/ 145 w 312"/>
                  <a:gd name="T27" fmla="*/ 881 h 1262"/>
                  <a:gd name="T28" fmla="*/ 145 w 312"/>
                  <a:gd name="T29" fmla="*/ 0 h 1262"/>
                  <a:gd name="T30" fmla="*/ 0 w 312"/>
                  <a:gd name="T31" fmla="*/ 0 h 12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12" h="1262">
                    <a:moveTo>
                      <a:pt x="0" y="0"/>
                    </a:moveTo>
                    <a:cubicBezTo>
                      <a:pt x="0" y="913"/>
                      <a:pt x="0" y="913"/>
                      <a:pt x="0" y="913"/>
                    </a:cubicBezTo>
                    <a:cubicBezTo>
                      <a:pt x="0" y="913"/>
                      <a:pt x="1" y="917"/>
                      <a:pt x="1" y="920"/>
                    </a:cubicBezTo>
                    <a:cubicBezTo>
                      <a:pt x="1" y="925"/>
                      <a:pt x="2" y="932"/>
                      <a:pt x="2" y="937"/>
                    </a:cubicBezTo>
                    <a:cubicBezTo>
                      <a:pt x="3" y="940"/>
                      <a:pt x="4" y="944"/>
                      <a:pt x="4" y="946"/>
                    </a:cubicBezTo>
                    <a:cubicBezTo>
                      <a:pt x="7" y="961"/>
                      <a:pt x="10" y="973"/>
                      <a:pt x="16" y="992"/>
                    </a:cubicBezTo>
                    <a:cubicBezTo>
                      <a:pt x="27" y="1023"/>
                      <a:pt x="45" y="1060"/>
                      <a:pt x="71" y="1102"/>
                    </a:cubicBezTo>
                    <a:cubicBezTo>
                      <a:pt x="139" y="1212"/>
                      <a:pt x="237" y="1262"/>
                      <a:pt x="237" y="1262"/>
                    </a:cubicBezTo>
                    <a:cubicBezTo>
                      <a:pt x="312" y="1144"/>
                      <a:pt x="312" y="1144"/>
                      <a:pt x="312" y="1144"/>
                    </a:cubicBezTo>
                    <a:cubicBezTo>
                      <a:pt x="312" y="1144"/>
                      <a:pt x="287" y="1130"/>
                      <a:pt x="257" y="1101"/>
                    </a:cubicBezTo>
                    <a:cubicBezTo>
                      <a:pt x="237" y="1082"/>
                      <a:pt x="213" y="1056"/>
                      <a:pt x="192" y="1026"/>
                    </a:cubicBezTo>
                    <a:cubicBezTo>
                      <a:pt x="172" y="995"/>
                      <a:pt x="160" y="963"/>
                      <a:pt x="153" y="940"/>
                    </a:cubicBezTo>
                    <a:cubicBezTo>
                      <a:pt x="147" y="920"/>
                      <a:pt x="146" y="904"/>
                      <a:pt x="145" y="894"/>
                    </a:cubicBezTo>
                    <a:cubicBezTo>
                      <a:pt x="145" y="885"/>
                      <a:pt x="145" y="881"/>
                      <a:pt x="145" y="881"/>
                    </a:cubicBezTo>
                    <a:cubicBezTo>
                      <a:pt x="145" y="0"/>
                      <a:pt x="145" y="0"/>
                      <a:pt x="145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HK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HK" altLang="en-US">
                  <a:latin typeface="Muli" panose="02000503000000000000" pitchFamily="2" charset="0"/>
                </a:endParaRPr>
              </a:p>
            </p:txBody>
          </p:sp>
          <p:sp>
            <p:nvSpPr>
              <p:cNvPr id="66" name="Freeform 60">
                <a:extLst>
                  <a:ext uri="{FF2B5EF4-FFF2-40B4-BE49-F238E27FC236}">
                    <a16:creationId xmlns:a16="http://schemas.microsoft.com/office/drawing/2014/main" id="{79ACEBC1-0250-A393-0860-4949BDDB81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6727" y="3110373"/>
                <a:ext cx="347880" cy="1191112"/>
              </a:xfrm>
              <a:custGeom>
                <a:avLst/>
                <a:gdLst>
                  <a:gd name="T0" fmla="*/ 423 w 423"/>
                  <a:gd name="T1" fmla="*/ 0 h 1456"/>
                  <a:gd name="T2" fmla="*/ 423 w 423"/>
                  <a:gd name="T3" fmla="*/ 904 h 1456"/>
                  <a:gd name="T4" fmla="*/ 423 w 423"/>
                  <a:gd name="T5" fmla="*/ 916 h 1456"/>
                  <a:gd name="T6" fmla="*/ 421 w 423"/>
                  <a:gd name="T7" fmla="*/ 943 h 1456"/>
                  <a:gd name="T8" fmla="*/ 325 w 423"/>
                  <a:gd name="T9" fmla="*/ 1206 h 1456"/>
                  <a:gd name="T10" fmla="*/ 76 w 423"/>
                  <a:gd name="T11" fmla="*/ 1456 h 1456"/>
                  <a:gd name="T12" fmla="*/ 0 w 423"/>
                  <a:gd name="T13" fmla="*/ 1336 h 1456"/>
                  <a:gd name="T14" fmla="*/ 185 w 423"/>
                  <a:gd name="T15" fmla="*/ 1156 h 1456"/>
                  <a:gd name="T16" fmla="*/ 229 w 423"/>
                  <a:gd name="T17" fmla="*/ 1084 h 1456"/>
                  <a:gd name="T18" fmla="*/ 254 w 423"/>
                  <a:gd name="T19" fmla="*/ 1025 h 1456"/>
                  <a:gd name="T20" fmla="*/ 265 w 423"/>
                  <a:gd name="T21" fmla="*/ 987 h 1456"/>
                  <a:gd name="T22" fmla="*/ 272 w 423"/>
                  <a:gd name="T23" fmla="*/ 941 h 1456"/>
                  <a:gd name="T24" fmla="*/ 273 w 423"/>
                  <a:gd name="T25" fmla="*/ 913 h 1456"/>
                  <a:gd name="T26" fmla="*/ 273 w 423"/>
                  <a:gd name="T27" fmla="*/ 909 h 1456"/>
                  <a:gd name="T28" fmla="*/ 273 w 423"/>
                  <a:gd name="T29" fmla="*/ 0 h 1456"/>
                  <a:gd name="T30" fmla="*/ 423 w 423"/>
                  <a:gd name="T31" fmla="*/ 0 h 14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423" h="1456">
                    <a:moveTo>
                      <a:pt x="423" y="0"/>
                    </a:moveTo>
                    <a:cubicBezTo>
                      <a:pt x="423" y="904"/>
                      <a:pt x="423" y="904"/>
                      <a:pt x="423" y="904"/>
                    </a:cubicBezTo>
                    <a:cubicBezTo>
                      <a:pt x="423" y="904"/>
                      <a:pt x="423" y="913"/>
                      <a:pt x="423" y="916"/>
                    </a:cubicBezTo>
                    <a:cubicBezTo>
                      <a:pt x="423" y="926"/>
                      <a:pt x="422" y="935"/>
                      <a:pt x="421" y="943"/>
                    </a:cubicBezTo>
                    <a:cubicBezTo>
                      <a:pt x="411" y="1040"/>
                      <a:pt x="381" y="1111"/>
                      <a:pt x="325" y="1206"/>
                    </a:cubicBezTo>
                    <a:cubicBezTo>
                      <a:pt x="236" y="1353"/>
                      <a:pt x="76" y="1456"/>
                      <a:pt x="76" y="1456"/>
                    </a:cubicBezTo>
                    <a:cubicBezTo>
                      <a:pt x="0" y="1336"/>
                      <a:pt x="0" y="1336"/>
                      <a:pt x="0" y="1336"/>
                    </a:cubicBezTo>
                    <a:cubicBezTo>
                      <a:pt x="0" y="1336"/>
                      <a:pt x="103" y="1281"/>
                      <a:pt x="185" y="1156"/>
                    </a:cubicBezTo>
                    <a:cubicBezTo>
                      <a:pt x="202" y="1130"/>
                      <a:pt x="218" y="1107"/>
                      <a:pt x="229" y="1084"/>
                    </a:cubicBezTo>
                    <a:cubicBezTo>
                      <a:pt x="240" y="1062"/>
                      <a:pt x="248" y="1044"/>
                      <a:pt x="254" y="1025"/>
                    </a:cubicBezTo>
                    <a:cubicBezTo>
                      <a:pt x="259" y="1011"/>
                      <a:pt x="263" y="998"/>
                      <a:pt x="265" y="987"/>
                    </a:cubicBezTo>
                    <a:cubicBezTo>
                      <a:pt x="270" y="970"/>
                      <a:pt x="271" y="957"/>
                      <a:pt x="272" y="941"/>
                    </a:cubicBezTo>
                    <a:cubicBezTo>
                      <a:pt x="273" y="936"/>
                      <a:pt x="273" y="913"/>
                      <a:pt x="273" y="913"/>
                    </a:cubicBezTo>
                    <a:cubicBezTo>
                      <a:pt x="273" y="909"/>
                      <a:pt x="273" y="909"/>
                      <a:pt x="273" y="909"/>
                    </a:cubicBezTo>
                    <a:cubicBezTo>
                      <a:pt x="273" y="0"/>
                      <a:pt x="273" y="0"/>
                      <a:pt x="273" y="0"/>
                    </a:cubicBezTo>
                    <a:lnTo>
                      <a:pt x="423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HK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HK" altLang="en-US">
                  <a:latin typeface="Muli" panose="02000503000000000000" pitchFamily="2" charset="0"/>
                </a:endParaRPr>
              </a:p>
            </p:txBody>
          </p:sp>
          <p:sp>
            <p:nvSpPr>
              <p:cNvPr id="67" name="Freeform 61">
                <a:extLst>
                  <a:ext uri="{FF2B5EF4-FFF2-40B4-BE49-F238E27FC236}">
                    <a16:creationId xmlns:a16="http://schemas.microsoft.com/office/drawing/2014/main" id="{C3FB7294-2A94-00ED-5132-51B683F436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00303" y="3110373"/>
                <a:ext cx="255239" cy="1032297"/>
              </a:xfrm>
              <a:custGeom>
                <a:avLst/>
                <a:gdLst>
                  <a:gd name="T0" fmla="*/ 311 w 311"/>
                  <a:gd name="T1" fmla="*/ 0 h 1262"/>
                  <a:gd name="T2" fmla="*/ 311 w 311"/>
                  <a:gd name="T3" fmla="*/ 913 h 1262"/>
                  <a:gd name="T4" fmla="*/ 311 w 311"/>
                  <a:gd name="T5" fmla="*/ 920 h 1262"/>
                  <a:gd name="T6" fmla="*/ 309 w 311"/>
                  <a:gd name="T7" fmla="*/ 937 h 1262"/>
                  <a:gd name="T8" fmla="*/ 308 w 311"/>
                  <a:gd name="T9" fmla="*/ 946 h 1262"/>
                  <a:gd name="T10" fmla="*/ 295 w 311"/>
                  <a:gd name="T11" fmla="*/ 992 h 1262"/>
                  <a:gd name="T12" fmla="*/ 241 w 311"/>
                  <a:gd name="T13" fmla="*/ 1102 h 1262"/>
                  <a:gd name="T14" fmla="*/ 75 w 311"/>
                  <a:gd name="T15" fmla="*/ 1262 h 1262"/>
                  <a:gd name="T16" fmla="*/ 0 w 311"/>
                  <a:gd name="T17" fmla="*/ 1144 h 1262"/>
                  <a:gd name="T18" fmla="*/ 55 w 311"/>
                  <a:gd name="T19" fmla="*/ 1101 h 1262"/>
                  <a:gd name="T20" fmla="*/ 120 w 311"/>
                  <a:gd name="T21" fmla="*/ 1026 h 1262"/>
                  <a:gd name="T22" fmla="*/ 159 w 311"/>
                  <a:gd name="T23" fmla="*/ 940 h 1262"/>
                  <a:gd name="T24" fmla="*/ 166 w 311"/>
                  <a:gd name="T25" fmla="*/ 894 h 1262"/>
                  <a:gd name="T26" fmla="*/ 166 w 311"/>
                  <a:gd name="T27" fmla="*/ 881 h 1262"/>
                  <a:gd name="T28" fmla="*/ 166 w 311"/>
                  <a:gd name="T29" fmla="*/ 0 h 1262"/>
                  <a:gd name="T30" fmla="*/ 311 w 311"/>
                  <a:gd name="T31" fmla="*/ 0 h 12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11" h="1262">
                    <a:moveTo>
                      <a:pt x="311" y="0"/>
                    </a:moveTo>
                    <a:cubicBezTo>
                      <a:pt x="311" y="913"/>
                      <a:pt x="311" y="913"/>
                      <a:pt x="311" y="913"/>
                    </a:cubicBezTo>
                    <a:cubicBezTo>
                      <a:pt x="311" y="913"/>
                      <a:pt x="311" y="917"/>
                      <a:pt x="311" y="920"/>
                    </a:cubicBezTo>
                    <a:cubicBezTo>
                      <a:pt x="310" y="925"/>
                      <a:pt x="310" y="932"/>
                      <a:pt x="309" y="937"/>
                    </a:cubicBezTo>
                    <a:cubicBezTo>
                      <a:pt x="309" y="940"/>
                      <a:pt x="308" y="944"/>
                      <a:pt x="308" y="946"/>
                    </a:cubicBezTo>
                    <a:cubicBezTo>
                      <a:pt x="305" y="961"/>
                      <a:pt x="302" y="973"/>
                      <a:pt x="295" y="992"/>
                    </a:cubicBezTo>
                    <a:cubicBezTo>
                      <a:pt x="285" y="1023"/>
                      <a:pt x="267" y="1060"/>
                      <a:pt x="241" y="1102"/>
                    </a:cubicBezTo>
                    <a:cubicBezTo>
                      <a:pt x="173" y="1212"/>
                      <a:pt x="75" y="1262"/>
                      <a:pt x="75" y="1262"/>
                    </a:cubicBezTo>
                    <a:cubicBezTo>
                      <a:pt x="0" y="1144"/>
                      <a:pt x="0" y="1144"/>
                      <a:pt x="0" y="1144"/>
                    </a:cubicBezTo>
                    <a:cubicBezTo>
                      <a:pt x="0" y="1144"/>
                      <a:pt x="25" y="1130"/>
                      <a:pt x="55" y="1101"/>
                    </a:cubicBezTo>
                    <a:cubicBezTo>
                      <a:pt x="75" y="1082"/>
                      <a:pt x="99" y="1056"/>
                      <a:pt x="120" y="1026"/>
                    </a:cubicBezTo>
                    <a:cubicBezTo>
                      <a:pt x="140" y="995"/>
                      <a:pt x="152" y="963"/>
                      <a:pt x="159" y="940"/>
                    </a:cubicBezTo>
                    <a:cubicBezTo>
                      <a:pt x="165" y="920"/>
                      <a:pt x="166" y="904"/>
                      <a:pt x="166" y="894"/>
                    </a:cubicBezTo>
                    <a:cubicBezTo>
                      <a:pt x="167" y="885"/>
                      <a:pt x="166" y="881"/>
                      <a:pt x="166" y="881"/>
                    </a:cubicBezTo>
                    <a:cubicBezTo>
                      <a:pt x="166" y="0"/>
                      <a:pt x="166" y="0"/>
                      <a:pt x="166" y="0"/>
                    </a:cubicBezTo>
                    <a:lnTo>
                      <a:pt x="311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HK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HK" altLang="en-US">
                  <a:latin typeface="Muli" panose="02000503000000000000" pitchFamily="2" charset="0"/>
                </a:endParaRPr>
              </a:p>
            </p:txBody>
          </p:sp>
        </p:grpSp>
        <p:sp>
          <p:nvSpPr>
            <p:cNvPr id="8" name="手繪多邊形 3">
              <a:extLst>
                <a:ext uri="{FF2B5EF4-FFF2-40B4-BE49-F238E27FC236}">
                  <a16:creationId xmlns:a16="http://schemas.microsoft.com/office/drawing/2014/main" id="{8B10FAED-64F0-B5E8-47D7-63DCC6F6E582}"/>
                </a:ext>
              </a:extLst>
            </p:cNvPr>
            <p:cNvSpPr/>
            <p:nvPr/>
          </p:nvSpPr>
          <p:spPr>
            <a:xfrm>
              <a:off x="3501532" y="3877556"/>
              <a:ext cx="452542" cy="562955"/>
            </a:xfrm>
            <a:custGeom>
              <a:avLst/>
              <a:gdLst/>
              <a:ahLst/>
              <a:cxnLst/>
              <a:rect l="l" t="t" r="r" b="b"/>
              <a:pathLst>
                <a:path w="251412" h="312753">
                  <a:moveTo>
                    <a:pt x="0" y="0"/>
                  </a:moveTo>
                  <a:lnTo>
                    <a:pt x="215646" y="225898"/>
                  </a:lnTo>
                  <a:lnTo>
                    <a:pt x="215646" y="13716"/>
                  </a:lnTo>
                  <a:lnTo>
                    <a:pt x="251412" y="13716"/>
                  </a:lnTo>
                  <a:lnTo>
                    <a:pt x="251412" y="312753"/>
                  </a:lnTo>
                  <a:lnTo>
                    <a:pt x="35766" y="86856"/>
                  </a:lnTo>
                  <a:lnTo>
                    <a:pt x="35766" y="300942"/>
                  </a:lnTo>
                  <a:lnTo>
                    <a:pt x="0" y="3009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>
                <a:latin typeface="Muli" panose="02000503000000000000" pitchFamily="2" charset="0"/>
              </a:endParaRPr>
            </a:p>
          </p:txBody>
        </p:sp>
        <p:sp>
          <p:nvSpPr>
            <p:cNvPr id="9" name="手繪多邊形 4">
              <a:extLst>
                <a:ext uri="{FF2B5EF4-FFF2-40B4-BE49-F238E27FC236}">
                  <a16:creationId xmlns:a16="http://schemas.microsoft.com/office/drawing/2014/main" id="{A100B509-59B9-19E0-0285-5D506C381B8E}"/>
                </a:ext>
              </a:extLst>
            </p:cNvPr>
            <p:cNvSpPr/>
            <p:nvPr/>
          </p:nvSpPr>
          <p:spPr>
            <a:xfrm>
              <a:off x="6279023" y="3877556"/>
              <a:ext cx="452542" cy="562955"/>
            </a:xfrm>
            <a:custGeom>
              <a:avLst/>
              <a:gdLst/>
              <a:ahLst/>
              <a:cxnLst/>
              <a:rect l="l" t="t" r="r" b="b"/>
              <a:pathLst>
                <a:path w="251412" h="312753">
                  <a:moveTo>
                    <a:pt x="0" y="0"/>
                  </a:moveTo>
                  <a:lnTo>
                    <a:pt x="215646" y="225898"/>
                  </a:lnTo>
                  <a:lnTo>
                    <a:pt x="215646" y="13716"/>
                  </a:lnTo>
                  <a:lnTo>
                    <a:pt x="251412" y="13716"/>
                  </a:lnTo>
                  <a:lnTo>
                    <a:pt x="251412" y="312753"/>
                  </a:lnTo>
                  <a:lnTo>
                    <a:pt x="35766" y="86856"/>
                  </a:lnTo>
                  <a:lnTo>
                    <a:pt x="35766" y="300942"/>
                  </a:lnTo>
                  <a:lnTo>
                    <a:pt x="0" y="3009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>
                <a:latin typeface="Muli" panose="02000503000000000000" pitchFamily="2" charset="0"/>
              </a:endParaRPr>
            </a:p>
          </p:txBody>
        </p:sp>
        <p:sp>
          <p:nvSpPr>
            <p:cNvPr id="11" name="手繪多邊形 5">
              <a:extLst>
                <a:ext uri="{FF2B5EF4-FFF2-40B4-BE49-F238E27FC236}">
                  <a16:creationId xmlns:a16="http://schemas.microsoft.com/office/drawing/2014/main" id="{B2270659-A3A2-639A-C43F-AD6D6CDCA212}"/>
                </a:ext>
              </a:extLst>
            </p:cNvPr>
            <p:cNvSpPr/>
            <p:nvPr/>
          </p:nvSpPr>
          <p:spPr>
            <a:xfrm>
              <a:off x="2972781" y="3880300"/>
              <a:ext cx="493690" cy="538952"/>
            </a:xfrm>
            <a:custGeom>
              <a:avLst/>
              <a:gdLst/>
              <a:ahLst/>
              <a:cxnLst/>
              <a:rect l="l" t="t" r="r" b="b"/>
              <a:pathLst>
                <a:path w="274272" h="299418">
                  <a:moveTo>
                    <a:pt x="137137" y="0"/>
                  </a:moveTo>
                  <a:lnTo>
                    <a:pt x="274272" y="299418"/>
                  </a:lnTo>
                  <a:lnTo>
                    <a:pt x="235799" y="299418"/>
                  </a:lnTo>
                  <a:lnTo>
                    <a:pt x="203039" y="227409"/>
                  </a:lnTo>
                  <a:lnTo>
                    <a:pt x="71235" y="227409"/>
                  </a:lnTo>
                  <a:lnTo>
                    <a:pt x="38475" y="299418"/>
                  </a:lnTo>
                  <a:lnTo>
                    <a:pt x="0" y="299418"/>
                  </a:lnTo>
                  <a:lnTo>
                    <a:pt x="137137" y="0"/>
                  </a:lnTo>
                  <a:close/>
                  <a:moveTo>
                    <a:pt x="137137" y="78486"/>
                  </a:moveTo>
                  <a:lnTo>
                    <a:pt x="86092" y="194691"/>
                  </a:lnTo>
                  <a:lnTo>
                    <a:pt x="188182" y="194691"/>
                  </a:lnTo>
                  <a:lnTo>
                    <a:pt x="137137" y="7848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>
                <a:latin typeface="Muli" panose="02000503000000000000" pitchFamily="2" charset="0"/>
              </a:endParaRPr>
            </a:p>
          </p:txBody>
        </p:sp>
        <p:sp>
          <p:nvSpPr>
            <p:cNvPr id="12" name="手繪多邊形 6">
              <a:extLst>
                <a:ext uri="{FF2B5EF4-FFF2-40B4-BE49-F238E27FC236}">
                  <a16:creationId xmlns:a16="http://schemas.microsoft.com/office/drawing/2014/main" id="{8826A282-9BA4-11EE-69AB-30101CDA2285}"/>
                </a:ext>
              </a:extLst>
            </p:cNvPr>
            <p:cNvSpPr/>
            <p:nvPr/>
          </p:nvSpPr>
          <p:spPr>
            <a:xfrm>
              <a:off x="5347706" y="3891271"/>
              <a:ext cx="405221" cy="538954"/>
            </a:xfrm>
            <a:custGeom>
              <a:avLst/>
              <a:gdLst/>
              <a:ahLst/>
              <a:cxnLst/>
              <a:rect l="l" t="t" r="r" b="b"/>
              <a:pathLst>
                <a:path w="225123" h="299419">
                  <a:moveTo>
                    <a:pt x="152733" y="1"/>
                  </a:moveTo>
                  <a:cubicBezTo>
                    <a:pt x="165394" y="-23"/>
                    <a:pt x="177887" y="1546"/>
                    <a:pt x="190214" y="4709"/>
                  </a:cubicBezTo>
                  <a:cubicBezTo>
                    <a:pt x="202541" y="7871"/>
                    <a:pt x="214177" y="12770"/>
                    <a:pt x="225123" y="19404"/>
                  </a:cubicBezTo>
                  <a:lnTo>
                    <a:pt x="225123" y="60920"/>
                  </a:lnTo>
                  <a:cubicBezTo>
                    <a:pt x="214654" y="51743"/>
                    <a:pt x="202827" y="44756"/>
                    <a:pt x="189643" y="39960"/>
                  </a:cubicBezTo>
                  <a:cubicBezTo>
                    <a:pt x="176459" y="35165"/>
                    <a:pt x="163012" y="32751"/>
                    <a:pt x="149304" y="32719"/>
                  </a:cubicBezTo>
                  <a:cubicBezTo>
                    <a:pt x="127632" y="32990"/>
                    <a:pt x="108281" y="38419"/>
                    <a:pt x="91251" y="49007"/>
                  </a:cubicBezTo>
                  <a:cubicBezTo>
                    <a:pt x="74221" y="59595"/>
                    <a:pt x="60769" y="73719"/>
                    <a:pt x="50894" y="91378"/>
                  </a:cubicBezTo>
                  <a:cubicBezTo>
                    <a:pt x="41018" y="109037"/>
                    <a:pt x="35976" y="128608"/>
                    <a:pt x="35766" y="150092"/>
                  </a:cubicBezTo>
                  <a:cubicBezTo>
                    <a:pt x="35973" y="171326"/>
                    <a:pt x="40978" y="190719"/>
                    <a:pt x="50781" y="208269"/>
                  </a:cubicBezTo>
                  <a:cubicBezTo>
                    <a:pt x="60583" y="225820"/>
                    <a:pt x="73942" y="239877"/>
                    <a:pt x="90856" y="250442"/>
                  </a:cubicBezTo>
                  <a:cubicBezTo>
                    <a:pt x="107771" y="261006"/>
                    <a:pt x="126999" y="266426"/>
                    <a:pt x="148542" y="266701"/>
                  </a:cubicBezTo>
                  <a:cubicBezTo>
                    <a:pt x="162735" y="266653"/>
                    <a:pt x="176355" y="264081"/>
                    <a:pt x="189405" y="258984"/>
                  </a:cubicBezTo>
                  <a:cubicBezTo>
                    <a:pt x="202454" y="253887"/>
                    <a:pt x="214360" y="246552"/>
                    <a:pt x="225123" y="236977"/>
                  </a:cubicBezTo>
                  <a:lnTo>
                    <a:pt x="225123" y="279256"/>
                  </a:lnTo>
                  <a:cubicBezTo>
                    <a:pt x="213884" y="285755"/>
                    <a:pt x="201692" y="290732"/>
                    <a:pt x="188547" y="294188"/>
                  </a:cubicBezTo>
                  <a:cubicBezTo>
                    <a:pt x="175403" y="297644"/>
                    <a:pt x="162449" y="299388"/>
                    <a:pt x="149685" y="299419"/>
                  </a:cubicBezTo>
                  <a:cubicBezTo>
                    <a:pt x="122049" y="299128"/>
                    <a:pt x="96978" y="292476"/>
                    <a:pt x="74471" y="279462"/>
                  </a:cubicBezTo>
                  <a:cubicBezTo>
                    <a:pt x="51965" y="266448"/>
                    <a:pt x="34009" y="248819"/>
                    <a:pt x="20604" y="226575"/>
                  </a:cubicBezTo>
                  <a:cubicBezTo>
                    <a:pt x="7199" y="204331"/>
                    <a:pt x="331" y="179218"/>
                    <a:pt x="0" y="151235"/>
                  </a:cubicBezTo>
                  <a:cubicBezTo>
                    <a:pt x="319" y="122615"/>
                    <a:pt x="7253" y="96956"/>
                    <a:pt x="20801" y="74257"/>
                  </a:cubicBezTo>
                  <a:cubicBezTo>
                    <a:pt x="34350" y="51559"/>
                    <a:pt x="52598" y="33582"/>
                    <a:pt x="75544" y="20325"/>
                  </a:cubicBezTo>
                  <a:cubicBezTo>
                    <a:pt x="98490" y="7069"/>
                    <a:pt x="124220" y="294"/>
                    <a:pt x="152733" y="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>
                <a:latin typeface="Muli" panose="02000503000000000000" pitchFamily="2" charset="0"/>
              </a:endParaRPr>
            </a:p>
          </p:txBody>
        </p:sp>
        <p:sp>
          <p:nvSpPr>
            <p:cNvPr id="13" name="手繪多邊形 7">
              <a:extLst>
                <a:ext uri="{FF2B5EF4-FFF2-40B4-BE49-F238E27FC236}">
                  <a16:creationId xmlns:a16="http://schemas.microsoft.com/office/drawing/2014/main" id="{5E2BF600-AC18-1625-95B6-6D40DFCB4D54}"/>
                </a:ext>
              </a:extLst>
            </p:cNvPr>
            <p:cNvSpPr/>
            <p:nvPr/>
          </p:nvSpPr>
          <p:spPr>
            <a:xfrm>
              <a:off x="6780342" y="3891272"/>
              <a:ext cx="541696" cy="538952"/>
            </a:xfrm>
            <a:custGeom>
              <a:avLst/>
              <a:gdLst/>
              <a:ahLst/>
              <a:cxnLst/>
              <a:rect l="l" t="t" r="r" b="b"/>
              <a:pathLst>
                <a:path w="300942" h="299418">
                  <a:moveTo>
                    <a:pt x="150472" y="0"/>
                  </a:moveTo>
                  <a:cubicBezTo>
                    <a:pt x="178243" y="324"/>
                    <a:pt x="203441" y="7165"/>
                    <a:pt x="226066" y="20522"/>
                  </a:cubicBezTo>
                  <a:cubicBezTo>
                    <a:pt x="248692" y="33879"/>
                    <a:pt x="266744" y="51810"/>
                    <a:pt x="280223" y="74313"/>
                  </a:cubicBezTo>
                  <a:cubicBezTo>
                    <a:pt x="293703" y="96816"/>
                    <a:pt x="300609" y="121948"/>
                    <a:pt x="300942" y="149710"/>
                  </a:cubicBezTo>
                  <a:cubicBezTo>
                    <a:pt x="300623" y="178431"/>
                    <a:pt x="293773" y="204015"/>
                    <a:pt x="280393" y="226461"/>
                  </a:cubicBezTo>
                  <a:cubicBezTo>
                    <a:pt x="267012" y="248908"/>
                    <a:pt x="249016" y="266612"/>
                    <a:pt x="226405" y="279574"/>
                  </a:cubicBezTo>
                  <a:cubicBezTo>
                    <a:pt x="203794" y="292536"/>
                    <a:pt x="178483" y="299151"/>
                    <a:pt x="150472" y="299418"/>
                  </a:cubicBezTo>
                  <a:cubicBezTo>
                    <a:pt x="122461" y="299151"/>
                    <a:pt x="97149" y="292536"/>
                    <a:pt x="74538" y="279574"/>
                  </a:cubicBezTo>
                  <a:cubicBezTo>
                    <a:pt x="51927" y="266612"/>
                    <a:pt x="33931" y="248908"/>
                    <a:pt x="20550" y="226461"/>
                  </a:cubicBezTo>
                  <a:cubicBezTo>
                    <a:pt x="7169" y="204015"/>
                    <a:pt x="319" y="178431"/>
                    <a:pt x="0" y="149710"/>
                  </a:cubicBezTo>
                  <a:cubicBezTo>
                    <a:pt x="333" y="121948"/>
                    <a:pt x="7240" y="96816"/>
                    <a:pt x="20719" y="74313"/>
                  </a:cubicBezTo>
                  <a:cubicBezTo>
                    <a:pt x="34199" y="51810"/>
                    <a:pt x="52251" y="33879"/>
                    <a:pt x="74877" y="20522"/>
                  </a:cubicBezTo>
                  <a:cubicBezTo>
                    <a:pt x="97502" y="7165"/>
                    <a:pt x="122701" y="324"/>
                    <a:pt x="150472" y="0"/>
                  </a:cubicBezTo>
                  <a:close/>
                  <a:moveTo>
                    <a:pt x="150472" y="33480"/>
                  </a:moveTo>
                  <a:cubicBezTo>
                    <a:pt x="127821" y="33744"/>
                    <a:pt x="107915" y="39103"/>
                    <a:pt x="90755" y="49556"/>
                  </a:cubicBezTo>
                  <a:cubicBezTo>
                    <a:pt x="73595" y="60010"/>
                    <a:pt x="60181" y="73979"/>
                    <a:pt x="50516" y="91461"/>
                  </a:cubicBezTo>
                  <a:cubicBezTo>
                    <a:pt x="40850" y="108944"/>
                    <a:pt x="35933" y="128360"/>
                    <a:pt x="35766" y="149710"/>
                  </a:cubicBezTo>
                  <a:cubicBezTo>
                    <a:pt x="36032" y="171779"/>
                    <a:pt x="41344" y="191534"/>
                    <a:pt x="51701" y="208974"/>
                  </a:cubicBezTo>
                  <a:cubicBezTo>
                    <a:pt x="62059" y="226414"/>
                    <a:pt x="75867" y="240213"/>
                    <a:pt x="93126" y="250370"/>
                  </a:cubicBezTo>
                  <a:cubicBezTo>
                    <a:pt x="110385" y="260528"/>
                    <a:pt x="129500" y="265717"/>
                    <a:pt x="150472" y="265938"/>
                  </a:cubicBezTo>
                  <a:cubicBezTo>
                    <a:pt x="171443" y="265717"/>
                    <a:pt x="190558" y="260528"/>
                    <a:pt x="207817" y="250370"/>
                  </a:cubicBezTo>
                  <a:cubicBezTo>
                    <a:pt x="225076" y="240213"/>
                    <a:pt x="238884" y="226414"/>
                    <a:pt x="249242" y="208974"/>
                  </a:cubicBezTo>
                  <a:cubicBezTo>
                    <a:pt x="259599" y="191534"/>
                    <a:pt x="264910" y="171779"/>
                    <a:pt x="265176" y="149710"/>
                  </a:cubicBezTo>
                  <a:cubicBezTo>
                    <a:pt x="265009" y="128360"/>
                    <a:pt x="260093" y="108944"/>
                    <a:pt x="250427" y="91461"/>
                  </a:cubicBezTo>
                  <a:cubicBezTo>
                    <a:pt x="240761" y="73979"/>
                    <a:pt x="227349" y="60010"/>
                    <a:pt x="210188" y="49556"/>
                  </a:cubicBezTo>
                  <a:cubicBezTo>
                    <a:pt x="193028" y="39103"/>
                    <a:pt x="173123" y="33744"/>
                    <a:pt x="150472" y="3348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>
                <a:latin typeface="Muli" panose="02000503000000000000" pitchFamily="2" charset="0"/>
              </a:endParaRPr>
            </a:p>
          </p:txBody>
        </p:sp>
        <p:sp>
          <p:nvSpPr>
            <p:cNvPr id="14" name="手繪多邊形 8">
              <a:extLst>
                <a:ext uri="{FF2B5EF4-FFF2-40B4-BE49-F238E27FC236}">
                  <a16:creationId xmlns:a16="http://schemas.microsoft.com/office/drawing/2014/main" id="{9AD2199F-984B-C13C-0232-2C20B043DFD8}"/>
                </a:ext>
              </a:extLst>
            </p:cNvPr>
            <p:cNvSpPr/>
            <p:nvPr/>
          </p:nvSpPr>
          <p:spPr>
            <a:xfrm>
              <a:off x="7603302" y="3891272"/>
              <a:ext cx="541696" cy="538952"/>
            </a:xfrm>
            <a:custGeom>
              <a:avLst/>
              <a:gdLst/>
              <a:ahLst/>
              <a:cxnLst/>
              <a:rect l="l" t="t" r="r" b="b"/>
              <a:pathLst>
                <a:path w="300942" h="299418">
                  <a:moveTo>
                    <a:pt x="150472" y="0"/>
                  </a:moveTo>
                  <a:cubicBezTo>
                    <a:pt x="178243" y="324"/>
                    <a:pt x="203441" y="7165"/>
                    <a:pt x="226066" y="20522"/>
                  </a:cubicBezTo>
                  <a:cubicBezTo>
                    <a:pt x="248692" y="33879"/>
                    <a:pt x="266744" y="51810"/>
                    <a:pt x="280223" y="74313"/>
                  </a:cubicBezTo>
                  <a:cubicBezTo>
                    <a:pt x="293702" y="96816"/>
                    <a:pt x="300609" y="121948"/>
                    <a:pt x="300942" y="149710"/>
                  </a:cubicBezTo>
                  <a:cubicBezTo>
                    <a:pt x="300623" y="178431"/>
                    <a:pt x="293773" y="204015"/>
                    <a:pt x="280393" y="226461"/>
                  </a:cubicBezTo>
                  <a:cubicBezTo>
                    <a:pt x="267012" y="248908"/>
                    <a:pt x="249016" y="266612"/>
                    <a:pt x="226405" y="279574"/>
                  </a:cubicBezTo>
                  <a:cubicBezTo>
                    <a:pt x="203794" y="292536"/>
                    <a:pt x="178483" y="299151"/>
                    <a:pt x="150472" y="299418"/>
                  </a:cubicBezTo>
                  <a:cubicBezTo>
                    <a:pt x="122461" y="299151"/>
                    <a:pt x="97149" y="292536"/>
                    <a:pt x="74538" y="279574"/>
                  </a:cubicBezTo>
                  <a:cubicBezTo>
                    <a:pt x="51927" y="266612"/>
                    <a:pt x="33931" y="248908"/>
                    <a:pt x="20550" y="226461"/>
                  </a:cubicBezTo>
                  <a:cubicBezTo>
                    <a:pt x="7169" y="204015"/>
                    <a:pt x="319" y="178431"/>
                    <a:pt x="0" y="149710"/>
                  </a:cubicBezTo>
                  <a:cubicBezTo>
                    <a:pt x="333" y="121948"/>
                    <a:pt x="7240" y="96816"/>
                    <a:pt x="20719" y="74313"/>
                  </a:cubicBezTo>
                  <a:cubicBezTo>
                    <a:pt x="34199" y="51810"/>
                    <a:pt x="52251" y="33879"/>
                    <a:pt x="74877" y="20522"/>
                  </a:cubicBezTo>
                  <a:cubicBezTo>
                    <a:pt x="97502" y="7165"/>
                    <a:pt x="122700" y="324"/>
                    <a:pt x="150472" y="0"/>
                  </a:cubicBezTo>
                  <a:close/>
                  <a:moveTo>
                    <a:pt x="150472" y="33480"/>
                  </a:moveTo>
                  <a:cubicBezTo>
                    <a:pt x="127821" y="33744"/>
                    <a:pt x="107915" y="39103"/>
                    <a:pt x="90755" y="49556"/>
                  </a:cubicBezTo>
                  <a:cubicBezTo>
                    <a:pt x="73594" y="60010"/>
                    <a:pt x="60181" y="73979"/>
                    <a:pt x="50516" y="91461"/>
                  </a:cubicBezTo>
                  <a:cubicBezTo>
                    <a:pt x="40850" y="108944"/>
                    <a:pt x="35933" y="128360"/>
                    <a:pt x="35766" y="149710"/>
                  </a:cubicBezTo>
                  <a:cubicBezTo>
                    <a:pt x="36032" y="171779"/>
                    <a:pt x="41344" y="191534"/>
                    <a:pt x="51701" y="208974"/>
                  </a:cubicBezTo>
                  <a:cubicBezTo>
                    <a:pt x="62059" y="226414"/>
                    <a:pt x="75867" y="240213"/>
                    <a:pt x="93126" y="250370"/>
                  </a:cubicBezTo>
                  <a:cubicBezTo>
                    <a:pt x="110385" y="260528"/>
                    <a:pt x="129501" y="265717"/>
                    <a:pt x="150472" y="265938"/>
                  </a:cubicBezTo>
                  <a:cubicBezTo>
                    <a:pt x="171443" y="265717"/>
                    <a:pt x="190558" y="260528"/>
                    <a:pt x="207817" y="250370"/>
                  </a:cubicBezTo>
                  <a:cubicBezTo>
                    <a:pt x="225076" y="240213"/>
                    <a:pt x="238884" y="226414"/>
                    <a:pt x="249242" y="208974"/>
                  </a:cubicBezTo>
                  <a:cubicBezTo>
                    <a:pt x="259599" y="191534"/>
                    <a:pt x="264910" y="171779"/>
                    <a:pt x="265176" y="149710"/>
                  </a:cubicBezTo>
                  <a:cubicBezTo>
                    <a:pt x="265009" y="128360"/>
                    <a:pt x="260093" y="108944"/>
                    <a:pt x="250427" y="91461"/>
                  </a:cubicBezTo>
                  <a:cubicBezTo>
                    <a:pt x="240762" y="73979"/>
                    <a:pt x="227348" y="60010"/>
                    <a:pt x="210188" y="49556"/>
                  </a:cubicBezTo>
                  <a:cubicBezTo>
                    <a:pt x="193028" y="39103"/>
                    <a:pt x="173123" y="33744"/>
                    <a:pt x="150472" y="3348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>
                <a:latin typeface="Muli" panose="02000503000000000000" pitchFamily="2" charset="0"/>
              </a:endParaRPr>
            </a:p>
          </p:txBody>
        </p:sp>
        <p:sp>
          <p:nvSpPr>
            <p:cNvPr id="15" name="手繪多邊形 9">
              <a:extLst>
                <a:ext uri="{FF2B5EF4-FFF2-40B4-BE49-F238E27FC236}">
                  <a16:creationId xmlns:a16="http://schemas.microsoft.com/office/drawing/2014/main" id="{400DD7A6-2C61-990B-5D53-94C30D2A4BD7}"/>
                </a:ext>
              </a:extLst>
            </p:cNvPr>
            <p:cNvSpPr/>
            <p:nvPr/>
          </p:nvSpPr>
          <p:spPr>
            <a:xfrm>
              <a:off x="8170459" y="3891272"/>
              <a:ext cx="506034" cy="538952"/>
            </a:xfrm>
            <a:custGeom>
              <a:avLst/>
              <a:gdLst/>
              <a:ahLst/>
              <a:cxnLst/>
              <a:rect l="l" t="t" r="r" b="b"/>
              <a:pathLst>
                <a:path w="281130" h="299418">
                  <a:moveTo>
                    <a:pt x="148949" y="0"/>
                  </a:moveTo>
                  <a:cubicBezTo>
                    <a:pt x="171569" y="102"/>
                    <a:pt x="193115" y="4939"/>
                    <a:pt x="213587" y="14510"/>
                  </a:cubicBezTo>
                  <a:cubicBezTo>
                    <a:pt x="234059" y="24081"/>
                    <a:pt x="251499" y="37773"/>
                    <a:pt x="265908" y="55588"/>
                  </a:cubicBezTo>
                  <a:lnTo>
                    <a:pt x="240791" y="79601"/>
                  </a:lnTo>
                  <a:cubicBezTo>
                    <a:pt x="230216" y="65307"/>
                    <a:pt x="216973" y="53968"/>
                    <a:pt x="201063" y="45582"/>
                  </a:cubicBezTo>
                  <a:cubicBezTo>
                    <a:pt x="185153" y="37197"/>
                    <a:pt x="168289" y="32909"/>
                    <a:pt x="150474" y="32718"/>
                  </a:cubicBezTo>
                  <a:cubicBezTo>
                    <a:pt x="128782" y="32965"/>
                    <a:pt x="109328" y="38273"/>
                    <a:pt x="92111" y="48642"/>
                  </a:cubicBezTo>
                  <a:cubicBezTo>
                    <a:pt x="74894" y="59011"/>
                    <a:pt x="61254" y="72958"/>
                    <a:pt x="51193" y="90484"/>
                  </a:cubicBezTo>
                  <a:cubicBezTo>
                    <a:pt x="41132" y="108010"/>
                    <a:pt x="35990" y="127632"/>
                    <a:pt x="35766" y="149351"/>
                  </a:cubicBezTo>
                  <a:cubicBezTo>
                    <a:pt x="35995" y="169741"/>
                    <a:pt x="41043" y="188796"/>
                    <a:pt x="50911" y="206515"/>
                  </a:cubicBezTo>
                  <a:cubicBezTo>
                    <a:pt x="60779" y="224235"/>
                    <a:pt x="74099" y="238612"/>
                    <a:pt x="90869" y="249647"/>
                  </a:cubicBezTo>
                  <a:cubicBezTo>
                    <a:pt x="107639" y="260681"/>
                    <a:pt x="126491" y="266365"/>
                    <a:pt x="147425" y="266700"/>
                  </a:cubicBezTo>
                  <a:cubicBezTo>
                    <a:pt x="162596" y="266514"/>
                    <a:pt x="177223" y="262608"/>
                    <a:pt x="191306" y="254981"/>
                  </a:cubicBezTo>
                  <a:cubicBezTo>
                    <a:pt x="205390" y="247355"/>
                    <a:pt x="217081" y="237123"/>
                    <a:pt x="226381" y="224286"/>
                  </a:cubicBezTo>
                  <a:cubicBezTo>
                    <a:pt x="235680" y="211450"/>
                    <a:pt x="240738" y="197124"/>
                    <a:pt x="241554" y="181308"/>
                  </a:cubicBezTo>
                  <a:lnTo>
                    <a:pt x="167241" y="181308"/>
                  </a:lnTo>
                  <a:lnTo>
                    <a:pt x="167241" y="148590"/>
                  </a:lnTo>
                  <a:lnTo>
                    <a:pt x="281130" y="148590"/>
                  </a:lnTo>
                  <a:lnTo>
                    <a:pt x="281130" y="160003"/>
                  </a:lnTo>
                  <a:cubicBezTo>
                    <a:pt x="280941" y="186553"/>
                    <a:pt x="275144" y="210286"/>
                    <a:pt x="263742" y="231200"/>
                  </a:cubicBezTo>
                  <a:cubicBezTo>
                    <a:pt x="252339" y="252115"/>
                    <a:pt x="236470" y="268648"/>
                    <a:pt x="216133" y="280800"/>
                  </a:cubicBezTo>
                  <a:cubicBezTo>
                    <a:pt x="195796" y="292952"/>
                    <a:pt x="172131" y="299158"/>
                    <a:pt x="145138" y="299418"/>
                  </a:cubicBezTo>
                  <a:cubicBezTo>
                    <a:pt x="118032" y="299054"/>
                    <a:pt x="93577" y="292081"/>
                    <a:pt x="71772" y="278499"/>
                  </a:cubicBezTo>
                  <a:cubicBezTo>
                    <a:pt x="49968" y="264917"/>
                    <a:pt x="32630" y="246913"/>
                    <a:pt x="19760" y="224485"/>
                  </a:cubicBezTo>
                  <a:cubicBezTo>
                    <a:pt x="6889" y="202058"/>
                    <a:pt x="303" y="177393"/>
                    <a:pt x="0" y="150492"/>
                  </a:cubicBezTo>
                  <a:cubicBezTo>
                    <a:pt x="307" y="122597"/>
                    <a:pt x="7054" y="97338"/>
                    <a:pt x="20239" y="74717"/>
                  </a:cubicBezTo>
                  <a:cubicBezTo>
                    <a:pt x="33425" y="52095"/>
                    <a:pt x="51205" y="34069"/>
                    <a:pt x="73579" y="20637"/>
                  </a:cubicBezTo>
                  <a:cubicBezTo>
                    <a:pt x="95953" y="7205"/>
                    <a:pt x="121077" y="326"/>
                    <a:pt x="14894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>
                <a:latin typeface="Muli" panose="02000503000000000000" pitchFamily="2" charset="0"/>
              </a:endParaRPr>
            </a:p>
          </p:txBody>
        </p:sp>
        <p:sp>
          <p:nvSpPr>
            <p:cNvPr id="16" name="手繪多邊形 10">
              <a:extLst>
                <a:ext uri="{FF2B5EF4-FFF2-40B4-BE49-F238E27FC236}">
                  <a16:creationId xmlns:a16="http://schemas.microsoft.com/office/drawing/2014/main" id="{0169E1E6-974E-A07F-7E6A-99DC077A293A}"/>
                </a:ext>
              </a:extLst>
            </p:cNvPr>
            <p:cNvSpPr/>
            <p:nvPr/>
          </p:nvSpPr>
          <p:spPr>
            <a:xfrm>
              <a:off x="4033713" y="3902243"/>
              <a:ext cx="396992" cy="517009"/>
            </a:xfrm>
            <a:custGeom>
              <a:avLst/>
              <a:gdLst/>
              <a:ahLst/>
              <a:cxnLst/>
              <a:rect l="l" t="t" r="r" b="b"/>
              <a:pathLst>
                <a:path w="220551" h="287227">
                  <a:moveTo>
                    <a:pt x="0" y="1"/>
                  </a:moveTo>
                  <a:lnTo>
                    <a:pt x="59396" y="1"/>
                  </a:lnTo>
                  <a:cubicBezTo>
                    <a:pt x="89102" y="-16"/>
                    <a:pt x="116071" y="5178"/>
                    <a:pt x="140306" y="15583"/>
                  </a:cubicBezTo>
                  <a:cubicBezTo>
                    <a:pt x="164540" y="25988"/>
                    <a:pt x="183883" y="41707"/>
                    <a:pt x="198335" y="62740"/>
                  </a:cubicBezTo>
                  <a:cubicBezTo>
                    <a:pt x="212787" y="83773"/>
                    <a:pt x="220192" y="110223"/>
                    <a:pt x="220551" y="142090"/>
                  </a:cubicBezTo>
                  <a:cubicBezTo>
                    <a:pt x="220228" y="174714"/>
                    <a:pt x="212921" y="201766"/>
                    <a:pt x="198631" y="223246"/>
                  </a:cubicBezTo>
                  <a:cubicBezTo>
                    <a:pt x="184341" y="244726"/>
                    <a:pt x="165012" y="260765"/>
                    <a:pt x="140644" y="271363"/>
                  </a:cubicBezTo>
                  <a:cubicBezTo>
                    <a:pt x="116276" y="281961"/>
                    <a:pt x="88812" y="287249"/>
                    <a:pt x="58253" y="287227"/>
                  </a:cubicBezTo>
                  <a:lnTo>
                    <a:pt x="0" y="287227"/>
                  </a:lnTo>
                  <a:lnTo>
                    <a:pt x="0" y="1"/>
                  </a:lnTo>
                  <a:close/>
                  <a:moveTo>
                    <a:pt x="35766" y="32719"/>
                  </a:moveTo>
                  <a:lnTo>
                    <a:pt x="35766" y="254509"/>
                  </a:lnTo>
                  <a:lnTo>
                    <a:pt x="48343" y="254509"/>
                  </a:lnTo>
                  <a:cubicBezTo>
                    <a:pt x="73065" y="254685"/>
                    <a:pt x="95697" y="251284"/>
                    <a:pt x="116240" y="244304"/>
                  </a:cubicBezTo>
                  <a:cubicBezTo>
                    <a:pt x="136782" y="237325"/>
                    <a:pt x="153260" y="225709"/>
                    <a:pt x="165672" y="209457"/>
                  </a:cubicBezTo>
                  <a:cubicBezTo>
                    <a:pt x="178085" y="193204"/>
                    <a:pt x="184456" y="171257"/>
                    <a:pt x="184785" y="143614"/>
                  </a:cubicBezTo>
                  <a:cubicBezTo>
                    <a:pt x="184456" y="115852"/>
                    <a:pt x="178085" y="93848"/>
                    <a:pt x="165672" y="77602"/>
                  </a:cubicBezTo>
                  <a:cubicBezTo>
                    <a:pt x="153260" y="61357"/>
                    <a:pt x="136782" y="49769"/>
                    <a:pt x="116240" y="42839"/>
                  </a:cubicBezTo>
                  <a:cubicBezTo>
                    <a:pt x="95697" y="35909"/>
                    <a:pt x="73065" y="32536"/>
                    <a:pt x="48343" y="32719"/>
                  </a:cubicBezTo>
                  <a:lnTo>
                    <a:pt x="35766" y="3271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>
                <a:latin typeface="Muli" panose="02000503000000000000" pitchFamily="2" charset="0"/>
              </a:endParaRPr>
            </a:p>
          </p:txBody>
        </p:sp>
        <p:sp>
          <p:nvSpPr>
            <p:cNvPr id="19" name="手繪多邊形 11">
              <a:extLst>
                <a:ext uri="{FF2B5EF4-FFF2-40B4-BE49-F238E27FC236}">
                  <a16:creationId xmlns:a16="http://schemas.microsoft.com/office/drawing/2014/main" id="{9C02D9DF-0130-3EB5-5A82-047F9C9D3080}"/>
                </a:ext>
              </a:extLst>
            </p:cNvPr>
            <p:cNvSpPr/>
            <p:nvPr/>
          </p:nvSpPr>
          <p:spPr>
            <a:xfrm>
              <a:off x="4659849" y="3902245"/>
              <a:ext cx="309895" cy="517007"/>
            </a:xfrm>
            <a:custGeom>
              <a:avLst/>
              <a:gdLst/>
              <a:ahLst/>
              <a:cxnLst/>
              <a:rect l="l" t="t" r="r" b="b"/>
              <a:pathLst>
                <a:path w="172164" h="287226">
                  <a:moveTo>
                    <a:pt x="0" y="0"/>
                  </a:moveTo>
                  <a:lnTo>
                    <a:pt x="172164" y="0"/>
                  </a:lnTo>
                  <a:lnTo>
                    <a:pt x="172164" y="32718"/>
                  </a:lnTo>
                  <a:lnTo>
                    <a:pt x="103965" y="32718"/>
                  </a:lnTo>
                  <a:lnTo>
                    <a:pt x="103965" y="287226"/>
                  </a:lnTo>
                  <a:lnTo>
                    <a:pt x="68199" y="287226"/>
                  </a:lnTo>
                  <a:lnTo>
                    <a:pt x="68199" y="32718"/>
                  </a:lnTo>
                  <a:lnTo>
                    <a:pt x="0" y="327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>
                <a:latin typeface="Muli" panose="02000503000000000000" pitchFamily="2" charset="0"/>
              </a:endParaRPr>
            </a:p>
          </p:txBody>
        </p:sp>
        <p:sp>
          <p:nvSpPr>
            <p:cNvPr id="22" name="手繪多邊形 12">
              <a:extLst>
                <a:ext uri="{FF2B5EF4-FFF2-40B4-BE49-F238E27FC236}">
                  <a16:creationId xmlns:a16="http://schemas.microsoft.com/office/drawing/2014/main" id="{BFA8770F-83CF-9A08-C598-381A87261468}"/>
                </a:ext>
              </a:extLst>
            </p:cNvPr>
            <p:cNvSpPr/>
            <p:nvPr/>
          </p:nvSpPr>
          <p:spPr>
            <a:xfrm>
              <a:off x="5016465" y="3902245"/>
              <a:ext cx="277663" cy="517007"/>
            </a:xfrm>
            <a:custGeom>
              <a:avLst/>
              <a:gdLst/>
              <a:ahLst/>
              <a:cxnLst/>
              <a:rect l="l" t="t" r="r" b="b"/>
              <a:pathLst>
                <a:path w="154257" h="287226">
                  <a:moveTo>
                    <a:pt x="0" y="0"/>
                  </a:moveTo>
                  <a:lnTo>
                    <a:pt x="154257" y="0"/>
                  </a:lnTo>
                  <a:lnTo>
                    <a:pt x="154257" y="32718"/>
                  </a:lnTo>
                  <a:lnTo>
                    <a:pt x="35766" y="32718"/>
                  </a:lnTo>
                  <a:lnTo>
                    <a:pt x="35766" y="113157"/>
                  </a:lnTo>
                  <a:lnTo>
                    <a:pt x="150828" y="113157"/>
                  </a:lnTo>
                  <a:lnTo>
                    <a:pt x="150828" y="145875"/>
                  </a:lnTo>
                  <a:lnTo>
                    <a:pt x="35766" y="145875"/>
                  </a:lnTo>
                  <a:lnTo>
                    <a:pt x="35766" y="254508"/>
                  </a:lnTo>
                  <a:lnTo>
                    <a:pt x="154257" y="254508"/>
                  </a:lnTo>
                  <a:lnTo>
                    <a:pt x="154257" y="287226"/>
                  </a:lnTo>
                  <a:lnTo>
                    <a:pt x="0" y="2872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>
                <a:latin typeface="Muli" panose="02000503000000000000" pitchFamily="2" charset="0"/>
              </a:endParaRPr>
            </a:p>
          </p:txBody>
        </p:sp>
        <p:sp>
          <p:nvSpPr>
            <p:cNvPr id="23" name="手繪多邊形 13">
              <a:extLst>
                <a:ext uri="{FF2B5EF4-FFF2-40B4-BE49-F238E27FC236}">
                  <a16:creationId xmlns:a16="http://schemas.microsoft.com/office/drawing/2014/main" id="{90ABF096-B6B8-A129-26A6-1B960F95B67F}"/>
                </a:ext>
              </a:extLst>
            </p:cNvPr>
            <p:cNvSpPr/>
            <p:nvPr/>
          </p:nvSpPr>
          <p:spPr>
            <a:xfrm>
              <a:off x="5816793" y="3902245"/>
              <a:ext cx="375046" cy="517007"/>
            </a:xfrm>
            <a:custGeom>
              <a:avLst/>
              <a:gdLst/>
              <a:ahLst/>
              <a:cxnLst/>
              <a:rect l="l" t="t" r="r" b="b"/>
              <a:pathLst>
                <a:path w="208359" h="287226">
                  <a:moveTo>
                    <a:pt x="0" y="0"/>
                  </a:moveTo>
                  <a:lnTo>
                    <a:pt x="35767" y="0"/>
                  </a:lnTo>
                  <a:lnTo>
                    <a:pt x="35767" y="115824"/>
                  </a:lnTo>
                  <a:lnTo>
                    <a:pt x="172593" y="115824"/>
                  </a:lnTo>
                  <a:lnTo>
                    <a:pt x="172593" y="0"/>
                  </a:lnTo>
                  <a:lnTo>
                    <a:pt x="208359" y="0"/>
                  </a:lnTo>
                  <a:lnTo>
                    <a:pt x="208359" y="287226"/>
                  </a:lnTo>
                  <a:lnTo>
                    <a:pt x="172593" y="287226"/>
                  </a:lnTo>
                  <a:lnTo>
                    <a:pt x="172593" y="149304"/>
                  </a:lnTo>
                  <a:lnTo>
                    <a:pt x="35767" y="149304"/>
                  </a:lnTo>
                  <a:lnTo>
                    <a:pt x="35767" y="287226"/>
                  </a:lnTo>
                  <a:lnTo>
                    <a:pt x="0" y="2872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>
                <a:latin typeface="Muli" panose="02000503000000000000" pitchFamily="2" charset="0"/>
              </a:endParaRPr>
            </a:p>
          </p:txBody>
        </p:sp>
        <p:sp>
          <p:nvSpPr>
            <p:cNvPr id="24" name="手繪多邊形 14">
              <a:extLst>
                <a:ext uri="{FF2B5EF4-FFF2-40B4-BE49-F238E27FC236}">
                  <a16:creationId xmlns:a16="http://schemas.microsoft.com/office/drawing/2014/main" id="{944E4F48-356A-334F-3949-B00771EE858D}"/>
                </a:ext>
              </a:extLst>
            </p:cNvPr>
            <p:cNvSpPr/>
            <p:nvPr/>
          </p:nvSpPr>
          <p:spPr>
            <a:xfrm>
              <a:off x="7382475" y="3902245"/>
              <a:ext cx="221427" cy="517007"/>
            </a:xfrm>
            <a:custGeom>
              <a:avLst/>
              <a:gdLst/>
              <a:ahLst/>
              <a:cxnLst/>
              <a:rect l="l" t="t" r="r" b="b"/>
              <a:pathLst>
                <a:path w="123015" h="287226">
                  <a:moveTo>
                    <a:pt x="0" y="0"/>
                  </a:moveTo>
                  <a:lnTo>
                    <a:pt x="35766" y="0"/>
                  </a:lnTo>
                  <a:lnTo>
                    <a:pt x="35766" y="254508"/>
                  </a:lnTo>
                  <a:lnTo>
                    <a:pt x="123015" y="254508"/>
                  </a:lnTo>
                  <a:lnTo>
                    <a:pt x="123015" y="287226"/>
                  </a:lnTo>
                  <a:lnTo>
                    <a:pt x="0" y="2872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>
                <a:latin typeface="Muli" panose="02000503000000000000" pitchFamily="2" charset="0"/>
              </a:endParaRPr>
            </a:p>
          </p:txBody>
        </p:sp>
        <p:sp>
          <p:nvSpPr>
            <p:cNvPr id="25" name="手繪多邊形 15">
              <a:extLst>
                <a:ext uri="{FF2B5EF4-FFF2-40B4-BE49-F238E27FC236}">
                  <a16:creationId xmlns:a16="http://schemas.microsoft.com/office/drawing/2014/main" id="{BFEC4228-5144-9A1E-5FC5-6133B62530C2}"/>
                </a:ext>
              </a:extLst>
            </p:cNvPr>
            <p:cNvSpPr/>
            <p:nvPr/>
          </p:nvSpPr>
          <p:spPr>
            <a:xfrm>
              <a:off x="8683437" y="3902245"/>
              <a:ext cx="401792" cy="517007"/>
            </a:xfrm>
            <a:custGeom>
              <a:avLst/>
              <a:gdLst/>
              <a:ahLst/>
              <a:cxnLst/>
              <a:rect l="l" t="t" r="r" b="b"/>
              <a:pathLst>
                <a:path w="223218" h="287226">
                  <a:moveTo>
                    <a:pt x="0" y="0"/>
                  </a:moveTo>
                  <a:lnTo>
                    <a:pt x="41148" y="0"/>
                  </a:lnTo>
                  <a:lnTo>
                    <a:pt x="111609" y="122662"/>
                  </a:lnTo>
                  <a:lnTo>
                    <a:pt x="182070" y="0"/>
                  </a:lnTo>
                  <a:lnTo>
                    <a:pt x="223218" y="0"/>
                  </a:lnTo>
                  <a:lnTo>
                    <a:pt x="129492" y="162279"/>
                  </a:lnTo>
                  <a:lnTo>
                    <a:pt x="129492" y="287226"/>
                  </a:lnTo>
                  <a:lnTo>
                    <a:pt x="93726" y="287226"/>
                  </a:lnTo>
                  <a:lnTo>
                    <a:pt x="93726" y="1622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>
                <a:latin typeface="Muli" panose="02000503000000000000" pitchFamily="2" charset="0"/>
              </a:endParaRPr>
            </a:p>
          </p:txBody>
        </p:sp>
        <p:sp>
          <p:nvSpPr>
            <p:cNvPr id="26" name="手繪多邊形 16">
              <a:extLst>
                <a:ext uri="{FF2B5EF4-FFF2-40B4-BE49-F238E27FC236}">
                  <a16:creationId xmlns:a16="http://schemas.microsoft.com/office/drawing/2014/main" id="{607D391E-CEBE-2965-B26F-D43F0AE1666E}"/>
                </a:ext>
              </a:extLst>
            </p:cNvPr>
            <p:cNvSpPr/>
            <p:nvPr/>
          </p:nvSpPr>
          <p:spPr>
            <a:xfrm>
              <a:off x="3491042" y="3075172"/>
              <a:ext cx="452542" cy="562955"/>
            </a:xfrm>
            <a:custGeom>
              <a:avLst/>
              <a:gdLst/>
              <a:ahLst/>
              <a:cxnLst/>
              <a:rect l="l" t="t" r="r" b="b"/>
              <a:pathLst>
                <a:path w="251412" h="312753">
                  <a:moveTo>
                    <a:pt x="0" y="0"/>
                  </a:moveTo>
                  <a:lnTo>
                    <a:pt x="215646" y="225898"/>
                  </a:lnTo>
                  <a:lnTo>
                    <a:pt x="215646" y="13716"/>
                  </a:lnTo>
                  <a:lnTo>
                    <a:pt x="251412" y="13716"/>
                  </a:lnTo>
                  <a:lnTo>
                    <a:pt x="251412" y="312753"/>
                  </a:lnTo>
                  <a:lnTo>
                    <a:pt x="35766" y="86856"/>
                  </a:lnTo>
                  <a:lnTo>
                    <a:pt x="35766" y="300942"/>
                  </a:lnTo>
                  <a:lnTo>
                    <a:pt x="0" y="3009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>
                <a:latin typeface="Muli" panose="02000503000000000000" pitchFamily="2" charset="0"/>
              </a:endParaRPr>
            </a:p>
          </p:txBody>
        </p:sp>
        <p:sp>
          <p:nvSpPr>
            <p:cNvPr id="27" name="手繪多邊形 17">
              <a:extLst>
                <a:ext uri="{FF2B5EF4-FFF2-40B4-BE49-F238E27FC236}">
                  <a16:creationId xmlns:a16="http://schemas.microsoft.com/office/drawing/2014/main" id="{C2707CD5-C1B5-EBFC-1C25-24C8D5C2B44E}"/>
                </a:ext>
              </a:extLst>
            </p:cNvPr>
            <p:cNvSpPr/>
            <p:nvPr/>
          </p:nvSpPr>
          <p:spPr>
            <a:xfrm>
              <a:off x="9200327" y="3075172"/>
              <a:ext cx="452542" cy="562955"/>
            </a:xfrm>
            <a:custGeom>
              <a:avLst/>
              <a:gdLst/>
              <a:ahLst/>
              <a:cxnLst/>
              <a:rect l="l" t="t" r="r" b="b"/>
              <a:pathLst>
                <a:path w="251412" h="312753">
                  <a:moveTo>
                    <a:pt x="0" y="0"/>
                  </a:moveTo>
                  <a:lnTo>
                    <a:pt x="215646" y="225898"/>
                  </a:lnTo>
                  <a:lnTo>
                    <a:pt x="215646" y="13716"/>
                  </a:lnTo>
                  <a:lnTo>
                    <a:pt x="251412" y="13716"/>
                  </a:lnTo>
                  <a:lnTo>
                    <a:pt x="251412" y="312753"/>
                  </a:lnTo>
                  <a:lnTo>
                    <a:pt x="35766" y="86856"/>
                  </a:lnTo>
                  <a:lnTo>
                    <a:pt x="35766" y="300942"/>
                  </a:lnTo>
                  <a:lnTo>
                    <a:pt x="0" y="3009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>
                <a:latin typeface="Muli" panose="02000503000000000000" pitchFamily="2" charset="0"/>
              </a:endParaRPr>
            </a:p>
          </p:txBody>
        </p:sp>
        <p:sp>
          <p:nvSpPr>
            <p:cNvPr id="28" name="手繪多邊形 18">
              <a:extLst>
                <a:ext uri="{FF2B5EF4-FFF2-40B4-BE49-F238E27FC236}">
                  <a16:creationId xmlns:a16="http://schemas.microsoft.com/office/drawing/2014/main" id="{61145A1C-6B81-0823-CAC0-C522A7108735}"/>
                </a:ext>
              </a:extLst>
            </p:cNvPr>
            <p:cNvSpPr/>
            <p:nvPr/>
          </p:nvSpPr>
          <p:spPr>
            <a:xfrm>
              <a:off x="5338587" y="3088886"/>
              <a:ext cx="324983" cy="538952"/>
            </a:xfrm>
            <a:custGeom>
              <a:avLst/>
              <a:gdLst/>
              <a:ahLst/>
              <a:cxnLst/>
              <a:rect l="l" t="t" r="r" b="b"/>
              <a:pathLst>
                <a:path w="180546" h="299418">
                  <a:moveTo>
                    <a:pt x="97513" y="0"/>
                  </a:moveTo>
                  <a:cubicBezTo>
                    <a:pt x="113626" y="71"/>
                    <a:pt x="127995" y="3829"/>
                    <a:pt x="140621" y="11273"/>
                  </a:cubicBezTo>
                  <a:cubicBezTo>
                    <a:pt x="153247" y="18718"/>
                    <a:pt x="163512" y="29423"/>
                    <a:pt x="171415" y="43390"/>
                  </a:cubicBezTo>
                  <a:lnTo>
                    <a:pt x="142875" y="60538"/>
                  </a:lnTo>
                  <a:cubicBezTo>
                    <a:pt x="137641" y="51575"/>
                    <a:pt x="131336" y="44826"/>
                    <a:pt x="123958" y="40293"/>
                  </a:cubicBezTo>
                  <a:cubicBezTo>
                    <a:pt x="116581" y="35759"/>
                    <a:pt x="107511" y="33488"/>
                    <a:pt x="96751" y="33480"/>
                  </a:cubicBezTo>
                  <a:cubicBezTo>
                    <a:pt x="84743" y="33607"/>
                    <a:pt x="73879" y="37260"/>
                    <a:pt x="64159" y="44437"/>
                  </a:cubicBezTo>
                  <a:cubicBezTo>
                    <a:pt x="54438" y="51614"/>
                    <a:pt x="49292" y="61554"/>
                    <a:pt x="48720" y="74257"/>
                  </a:cubicBezTo>
                  <a:cubicBezTo>
                    <a:pt x="49268" y="85380"/>
                    <a:pt x="53700" y="94192"/>
                    <a:pt x="62015" y="100694"/>
                  </a:cubicBezTo>
                  <a:cubicBezTo>
                    <a:pt x="70329" y="107196"/>
                    <a:pt x="79240" y="112102"/>
                    <a:pt x="88746" y="115413"/>
                  </a:cubicBezTo>
                  <a:lnTo>
                    <a:pt x="109330" y="123416"/>
                  </a:lnTo>
                  <a:cubicBezTo>
                    <a:pt x="130137" y="131021"/>
                    <a:pt x="147104" y="141437"/>
                    <a:pt x="160230" y="154664"/>
                  </a:cubicBezTo>
                  <a:cubicBezTo>
                    <a:pt x="173355" y="167890"/>
                    <a:pt x="180128" y="186309"/>
                    <a:pt x="180546" y="209920"/>
                  </a:cubicBezTo>
                  <a:cubicBezTo>
                    <a:pt x="179938" y="236490"/>
                    <a:pt x="171070" y="257932"/>
                    <a:pt x="153944" y="274247"/>
                  </a:cubicBezTo>
                  <a:cubicBezTo>
                    <a:pt x="136817" y="290562"/>
                    <a:pt x="115085" y="298952"/>
                    <a:pt x="88746" y="299418"/>
                  </a:cubicBezTo>
                  <a:cubicBezTo>
                    <a:pt x="65088" y="298952"/>
                    <a:pt x="45247" y="291324"/>
                    <a:pt x="29224" y="276533"/>
                  </a:cubicBezTo>
                  <a:cubicBezTo>
                    <a:pt x="13200" y="261743"/>
                    <a:pt x="3459" y="242587"/>
                    <a:pt x="0" y="219066"/>
                  </a:cubicBezTo>
                  <a:lnTo>
                    <a:pt x="36164" y="211444"/>
                  </a:lnTo>
                  <a:cubicBezTo>
                    <a:pt x="36386" y="227553"/>
                    <a:pt x="41751" y="240588"/>
                    <a:pt x="52258" y="250552"/>
                  </a:cubicBezTo>
                  <a:cubicBezTo>
                    <a:pt x="62766" y="260516"/>
                    <a:pt x="75945" y="265644"/>
                    <a:pt x="91795" y="265938"/>
                  </a:cubicBezTo>
                  <a:cubicBezTo>
                    <a:pt x="107511" y="265485"/>
                    <a:pt x="120202" y="259912"/>
                    <a:pt x="129866" y="249218"/>
                  </a:cubicBezTo>
                  <a:cubicBezTo>
                    <a:pt x="139531" y="238524"/>
                    <a:pt x="144502" y="225425"/>
                    <a:pt x="144780" y="209920"/>
                  </a:cubicBezTo>
                  <a:cubicBezTo>
                    <a:pt x="144264" y="194788"/>
                    <a:pt x="139102" y="183133"/>
                    <a:pt x="129294" y="174956"/>
                  </a:cubicBezTo>
                  <a:cubicBezTo>
                    <a:pt x="119487" y="166779"/>
                    <a:pt x="108131" y="160269"/>
                    <a:pt x="95226" y="155426"/>
                  </a:cubicBezTo>
                  <a:lnTo>
                    <a:pt x="75404" y="147042"/>
                  </a:lnTo>
                  <a:cubicBezTo>
                    <a:pt x="58464" y="140342"/>
                    <a:pt x="43960" y="131450"/>
                    <a:pt x="31890" y="120367"/>
                  </a:cubicBezTo>
                  <a:cubicBezTo>
                    <a:pt x="19820" y="109284"/>
                    <a:pt x="13508" y="93914"/>
                    <a:pt x="12954" y="74257"/>
                  </a:cubicBezTo>
                  <a:cubicBezTo>
                    <a:pt x="13193" y="58706"/>
                    <a:pt x="17282" y="45403"/>
                    <a:pt x="25220" y="34346"/>
                  </a:cubicBezTo>
                  <a:cubicBezTo>
                    <a:pt x="33158" y="23289"/>
                    <a:pt x="43510" y="14814"/>
                    <a:pt x="56277" y="8922"/>
                  </a:cubicBezTo>
                  <a:cubicBezTo>
                    <a:pt x="69043" y="3030"/>
                    <a:pt x="82789" y="56"/>
                    <a:pt x="97513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>
                <a:latin typeface="Muli" panose="02000503000000000000" pitchFamily="2" charset="0"/>
              </a:endParaRPr>
            </a:p>
          </p:txBody>
        </p:sp>
        <p:sp>
          <p:nvSpPr>
            <p:cNvPr id="29" name="手繪多邊形 19">
              <a:extLst>
                <a:ext uri="{FF2B5EF4-FFF2-40B4-BE49-F238E27FC236}">
                  <a16:creationId xmlns:a16="http://schemas.microsoft.com/office/drawing/2014/main" id="{38E62959-3061-CF8B-29D9-5122AF6A688C}"/>
                </a:ext>
              </a:extLst>
            </p:cNvPr>
            <p:cNvSpPr/>
            <p:nvPr/>
          </p:nvSpPr>
          <p:spPr>
            <a:xfrm>
              <a:off x="6752707" y="3088886"/>
              <a:ext cx="541696" cy="538952"/>
            </a:xfrm>
            <a:custGeom>
              <a:avLst/>
              <a:gdLst/>
              <a:ahLst/>
              <a:cxnLst/>
              <a:rect l="l" t="t" r="r" b="b"/>
              <a:pathLst>
                <a:path w="300942" h="299418">
                  <a:moveTo>
                    <a:pt x="150472" y="0"/>
                  </a:moveTo>
                  <a:cubicBezTo>
                    <a:pt x="178243" y="324"/>
                    <a:pt x="203441" y="7165"/>
                    <a:pt x="226066" y="20522"/>
                  </a:cubicBezTo>
                  <a:cubicBezTo>
                    <a:pt x="248692" y="33879"/>
                    <a:pt x="266744" y="51810"/>
                    <a:pt x="280223" y="74313"/>
                  </a:cubicBezTo>
                  <a:cubicBezTo>
                    <a:pt x="293703" y="96816"/>
                    <a:pt x="300609" y="121948"/>
                    <a:pt x="300942" y="149710"/>
                  </a:cubicBezTo>
                  <a:cubicBezTo>
                    <a:pt x="300623" y="178431"/>
                    <a:pt x="293773" y="204015"/>
                    <a:pt x="280393" y="226461"/>
                  </a:cubicBezTo>
                  <a:cubicBezTo>
                    <a:pt x="267012" y="248908"/>
                    <a:pt x="249016" y="266612"/>
                    <a:pt x="226405" y="279574"/>
                  </a:cubicBezTo>
                  <a:cubicBezTo>
                    <a:pt x="203794" y="292536"/>
                    <a:pt x="178483" y="299151"/>
                    <a:pt x="150472" y="299418"/>
                  </a:cubicBezTo>
                  <a:cubicBezTo>
                    <a:pt x="122461" y="299151"/>
                    <a:pt x="97149" y="292536"/>
                    <a:pt x="74538" y="279574"/>
                  </a:cubicBezTo>
                  <a:cubicBezTo>
                    <a:pt x="51927" y="266612"/>
                    <a:pt x="33931" y="248908"/>
                    <a:pt x="20550" y="226461"/>
                  </a:cubicBezTo>
                  <a:cubicBezTo>
                    <a:pt x="7169" y="204015"/>
                    <a:pt x="319" y="178431"/>
                    <a:pt x="0" y="149710"/>
                  </a:cubicBezTo>
                  <a:cubicBezTo>
                    <a:pt x="333" y="121948"/>
                    <a:pt x="7240" y="96816"/>
                    <a:pt x="20719" y="74313"/>
                  </a:cubicBezTo>
                  <a:cubicBezTo>
                    <a:pt x="34199" y="51810"/>
                    <a:pt x="52251" y="33879"/>
                    <a:pt x="74877" y="20522"/>
                  </a:cubicBezTo>
                  <a:cubicBezTo>
                    <a:pt x="97502" y="7165"/>
                    <a:pt x="122701" y="324"/>
                    <a:pt x="150472" y="0"/>
                  </a:cubicBezTo>
                  <a:close/>
                  <a:moveTo>
                    <a:pt x="150472" y="33480"/>
                  </a:moveTo>
                  <a:cubicBezTo>
                    <a:pt x="127821" y="33744"/>
                    <a:pt x="107915" y="39103"/>
                    <a:pt x="90755" y="49556"/>
                  </a:cubicBezTo>
                  <a:cubicBezTo>
                    <a:pt x="73595" y="60010"/>
                    <a:pt x="60181" y="73979"/>
                    <a:pt x="50516" y="91461"/>
                  </a:cubicBezTo>
                  <a:cubicBezTo>
                    <a:pt x="40850" y="108944"/>
                    <a:pt x="35933" y="128360"/>
                    <a:pt x="35766" y="149710"/>
                  </a:cubicBezTo>
                  <a:cubicBezTo>
                    <a:pt x="36032" y="171779"/>
                    <a:pt x="41344" y="191534"/>
                    <a:pt x="51701" y="208974"/>
                  </a:cubicBezTo>
                  <a:cubicBezTo>
                    <a:pt x="62059" y="226414"/>
                    <a:pt x="75867" y="240213"/>
                    <a:pt x="93126" y="250370"/>
                  </a:cubicBezTo>
                  <a:cubicBezTo>
                    <a:pt x="110385" y="260528"/>
                    <a:pt x="129500" y="265717"/>
                    <a:pt x="150472" y="265938"/>
                  </a:cubicBezTo>
                  <a:cubicBezTo>
                    <a:pt x="171443" y="265717"/>
                    <a:pt x="190558" y="260528"/>
                    <a:pt x="207817" y="250370"/>
                  </a:cubicBezTo>
                  <a:cubicBezTo>
                    <a:pt x="225076" y="240213"/>
                    <a:pt x="238884" y="226414"/>
                    <a:pt x="249242" y="208974"/>
                  </a:cubicBezTo>
                  <a:cubicBezTo>
                    <a:pt x="259599" y="191534"/>
                    <a:pt x="264910" y="171779"/>
                    <a:pt x="265176" y="149710"/>
                  </a:cubicBezTo>
                  <a:cubicBezTo>
                    <a:pt x="265009" y="128360"/>
                    <a:pt x="260093" y="108944"/>
                    <a:pt x="250427" y="91461"/>
                  </a:cubicBezTo>
                  <a:cubicBezTo>
                    <a:pt x="240761" y="73979"/>
                    <a:pt x="227349" y="60010"/>
                    <a:pt x="210188" y="49556"/>
                  </a:cubicBezTo>
                  <a:cubicBezTo>
                    <a:pt x="193028" y="39103"/>
                    <a:pt x="173123" y="33744"/>
                    <a:pt x="150472" y="3348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>
                <a:latin typeface="Muli" panose="02000503000000000000" pitchFamily="2" charset="0"/>
              </a:endParaRPr>
            </a:p>
          </p:txBody>
        </p:sp>
        <p:sp>
          <p:nvSpPr>
            <p:cNvPr id="30" name="手繪多邊形 20">
              <a:extLst>
                <a:ext uri="{FF2B5EF4-FFF2-40B4-BE49-F238E27FC236}">
                  <a16:creationId xmlns:a16="http://schemas.microsoft.com/office/drawing/2014/main" id="{C42349C6-E4C5-F920-8EBD-D0851BFA7936}"/>
                </a:ext>
              </a:extLst>
            </p:cNvPr>
            <p:cNvSpPr/>
            <p:nvPr/>
          </p:nvSpPr>
          <p:spPr>
            <a:xfrm>
              <a:off x="7858902" y="3088886"/>
              <a:ext cx="324983" cy="538952"/>
            </a:xfrm>
            <a:custGeom>
              <a:avLst/>
              <a:gdLst/>
              <a:ahLst/>
              <a:cxnLst/>
              <a:rect l="l" t="t" r="r" b="b"/>
              <a:pathLst>
                <a:path w="180546" h="299418">
                  <a:moveTo>
                    <a:pt x="97513" y="0"/>
                  </a:moveTo>
                  <a:cubicBezTo>
                    <a:pt x="113626" y="71"/>
                    <a:pt x="127995" y="3829"/>
                    <a:pt x="140621" y="11273"/>
                  </a:cubicBezTo>
                  <a:cubicBezTo>
                    <a:pt x="153247" y="18718"/>
                    <a:pt x="163511" y="29423"/>
                    <a:pt x="171414" y="43390"/>
                  </a:cubicBezTo>
                  <a:lnTo>
                    <a:pt x="142875" y="60538"/>
                  </a:lnTo>
                  <a:cubicBezTo>
                    <a:pt x="137641" y="51575"/>
                    <a:pt x="131336" y="44826"/>
                    <a:pt x="123958" y="40293"/>
                  </a:cubicBezTo>
                  <a:cubicBezTo>
                    <a:pt x="116580" y="35759"/>
                    <a:pt x="107511" y="33488"/>
                    <a:pt x="96750" y="33480"/>
                  </a:cubicBezTo>
                  <a:cubicBezTo>
                    <a:pt x="84743" y="33607"/>
                    <a:pt x="73879" y="37260"/>
                    <a:pt x="64159" y="44437"/>
                  </a:cubicBezTo>
                  <a:cubicBezTo>
                    <a:pt x="54438" y="51614"/>
                    <a:pt x="49292" y="61554"/>
                    <a:pt x="48720" y="74257"/>
                  </a:cubicBezTo>
                  <a:cubicBezTo>
                    <a:pt x="49268" y="85380"/>
                    <a:pt x="53700" y="94192"/>
                    <a:pt x="62014" y="100694"/>
                  </a:cubicBezTo>
                  <a:cubicBezTo>
                    <a:pt x="70329" y="107196"/>
                    <a:pt x="79240" y="112102"/>
                    <a:pt x="88745" y="115413"/>
                  </a:cubicBezTo>
                  <a:lnTo>
                    <a:pt x="109330" y="123416"/>
                  </a:lnTo>
                  <a:cubicBezTo>
                    <a:pt x="130137" y="131021"/>
                    <a:pt x="147104" y="141437"/>
                    <a:pt x="160229" y="154664"/>
                  </a:cubicBezTo>
                  <a:cubicBezTo>
                    <a:pt x="173355" y="167890"/>
                    <a:pt x="180128" y="186309"/>
                    <a:pt x="180546" y="209920"/>
                  </a:cubicBezTo>
                  <a:cubicBezTo>
                    <a:pt x="179938" y="236490"/>
                    <a:pt x="171070" y="257932"/>
                    <a:pt x="153944" y="274247"/>
                  </a:cubicBezTo>
                  <a:cubicBezTo>
                    <a:pt x="136817" y="290562"/>
                    <a:pt x="115084" y="298952"/>
                    <a:pt x="88745" y="299418"/>
                  </a:cubicBezTo>
                  <a:cubicBezTo>
                    <a:pt x="65088" y="298952"/>
                    <a:pt x="45247" y="291324"/>
                    <a:pt x="29224" y="276533"/>
                  </a:cubicBezTo>
                  <a:cubicBezTo>
                    <a:pt x="13200" y="261743"/>
                    <a:pt x="3459" y="242587"/>
                    <a:pt x="0" y="219066"/>
                  </a:cubicBezTo>
                  <a:lnTo>
                    <a:pt x="36164" y="211444"/>
                  </a:lnTo>
                  <a:cubicBezTo>
                    <a:pt x="36386" y="227553"/>
                    <a:pt x="41751" y="240588"/>
                    <a:pt x="52258" y="250552"/>
                  </a:cubicBezTo>
                  <a:cubicBezTo>
                    <a:pt x="62766" y="260516"/>
                    <a:pt x="75945" y="265644"/>
                    <a:pt x="91795" y="265938"/>
                  </a:cubicBezTo>
                  <a:cubicBezTo>
                    <a:pt x="107511" y="265485"/>
                    <a:pt x="120202" y="259912"/>
                    <a:pt x="129866" y="249218"/>
                  </a:cubicBezTo>
                  <a:cubicBezTo>
                    <a:pt x="139531" y="238524"/>
                    <a:pt x="144502" y="225425"/>
                    <a:pt x="144780" y="209920"/>
                  </a:cubicBezTo>
                  <a:cubicBezTo>
                    <a:pt x="144264" y="194788"/>
                    <a:pt x="139102" y="183133"/>
                    <a:pt x="129294" y="174956"/>
                  </a:cubicBezTo>
                  <a:cubicBezTo>
                    <a:pt x="119487" y="166779"/>
                    <a:pt x="108131" y="160269"/>
                    <a:pt x="95226" y="155426"/>
                  </a:cubicBezTo>
                  <a:lnTo>
                    <a:pt x="75404" y="147042"/>
                  </a:lnTo>
                  <a:cubicBezTo>
                    <a:pt x="58464" y="140342"/>
                    <a:pt x="43959" y="131450"/>
                    <a:pt x="31890" y="120367"/>
                  </a:cubicBezTo>
                  <a:cubicBezTo>
                    <a:pt x="19820" y="109284"/>
                    <a:pt x="13508" y="93914"/>
                    <a:pt x="12954" y="74257"/>
                  </a:cubicBezTo>
                  <a:cubicBezTo>
                    <a:pt x="13193" y="58706"/>
                    <a:pt x="17282" y="45403"/>
                    <a:pt x="25220" y="34346"/>
                  </a:cubicBezTo>
                  <a:cubicBezTo>
                    <a:pt x="33158" y="23289"/>
                    <a:pt x="43510" y="14814"/>
                    <a:pt x="56276" y="8922"/>
                  </a:cubicBezTo>
                  <a:cubicBezTo>
                    <a:pt x="69043" y="3030"/>
                    <a:pt x="82789" y="56"/>
                    <a:pt x="97513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>
                <a:latin typeface="Muli" panose="02000503000000000000" pitchFamily="2" charset="0"/>
              </a:endParaRPr>
            </a:p>
          </p:txBody>
        </p:sp>
        <p:sp>
          <p:nvSpPr>
            <p:cNvPr id="31" name="手繪多邊形 21">
              <a:extLst>
                <a:ext uri="{FF2B5EF4-FFF2-40B4-BE49-F238E27FC236}">
                  <a16:creationId xmlns:a16="http://schemas.microsoft.com/office/drawing/2014/main" id="{7F2E7894-BC4A-ABBF-9475-214584324566}"/>
                </a:ext>
              </a:extLst>
            </p:cNvPr>
            <p:cNvSpPr/>
            <p:nvPr/>
          </p:nvSpPr>
          <p:spPr>
            <a:xfrm>
              <a:off x="8217578" y="3088886"/>
              <a:ext cx="405221" cy="538954"/>
            </a:xfrm>
            <a:custGeom>
              <a:avLst/>
              <a:gdLst/>
              <a:ahLst/>
              <a:cxnLst/>
              <a:rect l="l" t="t" r="r" b="b"/>
              <a:pathLst>
                <a:path w="225123" h="299419">
                  <a:moveTo>
                    <a:pt x="152733" y="1"/>
                  </a:moveTo>
                  <a:cubicBezTo>
                    <a:pt x="165393" y="-23"/>
                    <a:pt x="177887" y="1546"/>
                    <a:pt x="190214" y="4709"/>
                  </a:cubicBezTo>
                  <a:cubicBezTo>
                    <a:pt x="202541" y="7871"/>
                    <a:pt x="214177" y="12770"/>
                    <a:pt x="225123" y="19404"/>
                  </a:cubicBezTo>
                  <a:lnTo>
                    <a:pt x="225123" y="60920"/>
                  </a:lnTo>
                  <a:cubicBezTo>
                    <a:pt x="214654" y="51743"/>
                    <a:pt x="202827" y="44756"/>
                    <a:pt x="189643" y="39960"/>
                  </a:cubicBezTo>
                  <a:cubicBezTo>
                    <a:pt x="176458" y="35165"/>
                    <a:pt x="163012" y="32751"/>
                    <a:pt x="149304" y="32719"/>
                  </a:cubicBezTo>
                  <a:cubicBezTo>
                    <a:pt x="127632" y="32990"/>
                    <a:pt x="108281" y="38419"/>
                    <a:pt x="91251" y="49007"/>
                  </a:cubicBezTo>
                  <a:cubicBezTo>
                    <a:pt x="74221" y="59595"/>
                    <a:pt x="60769" y="73719"/>
                    <a:pt x="50893" y="91378"/>
                  </a:cubicBezTo>
                  <a:cubicBezTo>
                    <a:pt x="41018" y="109037"/>
                    <a:pt x="35975" y="128608"/>
                    <a:pt x="35766" y="150092"/>
                  </a:cubicBezTo>
                  <a:cubicBezTo>
                    <a:pt x="35973" y="171326"/>
                    <a:pt x="40978" y="190719"/>
                    <a:pt x="50780" y="208269"/>
                  </a:cubicBezTo>
                  <a:cubicBezTo>
                    <a:pt x="60583" y="225820"/>
                    <a:pt x="73942" y="239877"/>
                    <a:pt x="90856" y="250442"/>
                  </a:cubicBezTo>
                  <a:cubicBezTo>
                    <a:pt x="107771" y="261006"/>
                    <a:pt x="126999" y="266426"/>
                    <a:pt x="148542" y="266701"/>
                  </a:cubicBezTo>
                  <a:cubicBezTo>
                    <a:pt x="162735" y="266653"/>
                    <a:pt x="176355" y="264081"/>
                    <a:pt x="189405" y="258984"/>
                  </a:cubicBezTo>
                  <a:cubicBezTo>
                    <a:pt x="202454" y="253887"/>
                    <a:pt x="214360" y="246552"/>
                    <a:pt x="225123" y="236977"/>
                  </a:cubicBezTo>
                  <a:lnTo>
                    <a:pt x="225123" y="279256"/>
                  </a:lnTo>
                  <a:cubicBezTo>
                    <a:pt x="213884" y="285755"/>
                    <a:pt x="201692" y="290732"/>
                    <a:pt x="188547" y="294188"/>
                  </a:cubicBezTo>
                  <a:cubicBezTo>
                    <a:pt x="175403" y="297644"/>
                    <a:pt x="162449" y="299388"/>
                    <a:pt x="149685" y="299419"/>
                  </a:cubicBezTo>
                  <a:cubicBezTo>
                    <a:pt x="122049" y="299128"/>
                    <a:pt x="96978" y="292476"/>
                    <a:pt x="74471" y="279462"/>
                  </a:cubicBezTo>
                  <a:cubicBezTo>
                    <a:pt x="51965" y="266448"/>
                    <a:pt x="34009" y="248819"/>
                    <a:pt x="20604" y="226575"/>
                  </a:cubicBezTo>
                  <a:cubicBezTo>
                    <a:pt x="7199" y="204331"/>
                    <a:pt x="331" y="179218"/>
                    <a:pt x="0" y="151235"/>
                  </a:cubicBezTo>
                  <a:cubicBezTo>
                    <a:pt x="319" y="122615"/>
                    <a:pt x="7253" y="96956"/>
                    <a:pt x="20801" y="74257"/>
                  </a:cubicBezTo>
                  <a:cubicBezTo>
                    <a:pt x="34350" y="51559"/>
                    <a:pt x="52597" y="33582"/>
                    <a:pt x="75544" y="20325"/>
                  </a:cubicBezTo>
                  <a:cubicBezTo>
                    <a:pt x="98490" y="7069"/>
                    <a:pt x="124220" y="294"/>
                    <a:pt x="152733" y="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>
                <a:latin typeface="Muli" panose="02000503000000000000" pitchFamily="2" charset="0"/>
              </a:endParaRPr>
            </a:p>
          </p:txBody>
        </p:sp>
        <p:sp>
          <p:nvSpPr>
            <p:cNvPr id="32" name="手繪多邊形 22">
              <a:extLst>
                <a:ext uri="{FF2B5EF4-FFF2-40B4-BE49-F238E27FC236}">
                  <a16:creationId xmlns:a16="http://schemas.microsoft.com/office/drawing/2014/main" id="{0959C0FF-198F-6F58-7EB3-DDDD2E0D5F53}"/>
                </a:ext>
              </a:extLst>
            </p:cNvPr>
            <p:cNvSpPr/>
            <p:nvPr/>
          </p:nvSpPr>
          <p:spPr>
            <a:xfrm>
              <a:off x="9709193" y="3088886"/>
              <a:ext cx="405221" cy="538954"/>
            </a:xfrm>
            <a:custGeom>
              <a:avLst/>
              <a:gdLst/>
              <a:ahLst/>
              <a:cxnLst/>
              <a:rect l="l" t="t" r="r" b="b"/>
              <a:pathLst>
                <a:path w="225123" h="299419">
                  <a:moveTo>
                    <a:pt x="152733" y="1"/>
                  </a:moveTo>
                  <a:cubicBezTo>
                    <a:pt x="165394" y="-23"/>
                    <a:pt x="177887" y="1546"/>
                    <a:pt x="190214" y="4709"/>
                  </a:cubicBezTo>
                  <a:cubicBezTo>
                    <a:pt x="202541" y="7871"/>
                    <a:pt x="214177" y="12770"/>
                    <a:pt x="225123" y="19404"/>
                  </a:cubicBezTo>
                  <a:lnTo>
                    <a:pt x="225123" y="60920"/>
                  </a:lnTo>
                  <a:cubicBezTo>
                    <a:pt x="214654" y="51743"/>
                    <a:pt x="202827" y="44756"/>
                    <a:pt x="189643" y="39960"/>
                  </a:cubicBezTo>
                  <a:cubicBezTo>
                    <a:pt x="176458" y="35165"/>
                    <a:pt x="163013" y="32751"/>
                    <a:pt x="149304" y="32719"/>
                  </a:cubicBezTo>
                  <a:cubicBezTo>
                    <a:pt x="127632" y="32990"/>
                    <a:pt x="108281" y="38419"/>
                    <a:pt x="91251" y="49007"/>
                  </a:cubicBezTo>
                  <a:cubicBezTo>
                    <a:pt x="74221" y="59595"/>
                    <a:pt x="60769" y="73719"/>
                    <a:pt x="50893" y="91378"/>
                  </a:cubicBezTo>
                  <a:cubicBezTo>
                    <a:pt x="41018" y="109037"/>
                    <a:pt x="35976" y="128608"/>
                    <a:pt x="35766" y="150092"/>
                  </a:cubicBezTo>
                  <a:cubicBezTo>
                    <a:pt x="35973" y="171326"/>
                    <a:pt x="40978" y="190719"/>
                    <a:pt x="50780" y="208269"/>
                  </a:cubicBezTo>
                  <a:cubicBezTo>
                    <a:pt x="60583" y="225820"/>
                    <a:pt x="73941" y="239877"/>
                    <a:pt x="90856" y="250442"/>
                  </a:cubicBezTo>
                  <a:cubicBezTo>
                    <a:pt x="107771" y="261006"/>
                    <a:pt x="126999" y="266426"/>
                    <a:pt x="148542" y="266701"/>
                  </a:cubicBezTo>
                  <a:cubicBezTo>
                    <a:pt x="162735" y="266653"/>
                    <a:pt x="176355" y="264081"/>
                    <a:pt x="189405" y="258984"/>
                  </a:cubicBezTo>
                  <a:cubicBezTo>
                    <a:pt x="202454" y="253887"/>
                    <a:pt x="214360" y="246552"/>
                    <a:pt x="225123" y="236977"/>
                  </a:cubicBezTo>
                  <a:lnTo>
                    <a:pt x="225123" y="279256"/>
                  </a:lnTo>
                  <a:cubicBezTo>
                    <a:pt x="213884" y="285755"/>
                    <a:pt x="201692" y="290732"/>
                    <a:pt x="188547" y="294188"/>
                  </a:cubicBezTo>
                  <a:cubicBezTo>
                    <a:pt x="175403" y="297644"/>
                    <a:pt x="162449" y="299388"/>
                    <a:pt x="149685" y="299419"/>
                  </a:cubicBezTo>
                  <a:cubicBezTo>
                    <a:pt x="122049" y="299128"/>
                    <a:pt x="96978" y="292476"/>
                    <a:pt x="74471" y="279462"/>
                  </a:cubicBezTo>
                  <a:cubicBezTo>
                    <a:pt x="51965" y="266448"/>
                    <a:pt x="34009" y="248819"/>
                    <a:pt x="20604" y="226575"/>
                  </a:cubicBezTo>
                  <a:cubicBezTo>
                    <a:pt x="7199" y="204331"/>
                    <a:pt x="331" y="179218"/>
                    <a:pt x="0" y="151235"/>
                  </a:cubicBezTo>
                  <a:cubicBezTo>
                    <a:pt x="319" y="122615"/>
                    <a:pt x="7253" y="96956"/>
                    <a:pt x="20802" y="74257"/>
                  </a:cubicBezTo>
                  <a:cubicBezTo>
                    <a:pt x="34350" y="51559"/>
                    <a:pt x="52597" y="33582"/>
                    <a:pt x="75544" y="20325"/>
                  </a:cubicBezTo>
                  <a:cubicBezTo>
                    <a:pt x="98490" y="7069"/>
                    <a:pt x="124220" y="294"/>
                    <a:pt x="152733" y="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>
                <a:latin typeface="Muli" panose="02000503000000000000" pitchFamily="2" charset="0"/>
              </a:endParaRPr>
            </a:p>
          </p:txBody>
        </p:sp>
        <p:sp>
          <p:nvSpPr>
            <p:cNvPr id="33" name="手繪多邊形 23">
              <a:extLst>
                <a:ext uri="{FF2B5EF4-FFF2-40B4-BE49-F238E27FC236}">
                  <a16:creationId xmlns:a16="http://schemas.microsoft.com/office/drawing/2014/main" id="{04A1923E-90BD-6D21-6A6D-359CD15BF5FF}"/>
                </a:ext>
              </a:extLst>
            </p:cNvPr>
            <p:cNvSpPr/>
            <p:nvPr/>
          </p:nvSpPr>
          <p:spPr>
            <a:xfrm>
              <a:off x="3025384" y="3099859"/>
              <a:ext cx="378475" cy="527980"/>
            </a:xfrm>
            <a:custGeom>
              <a:avLst/>
              <a:gdLst/>
              <a:ahLst/>
              <a:cxnLst/>
              <a:rect l="l" t="t" r="r" b="b"/>
              <a:pathLst>
                <a:path w="210264" h="293322">
                  <a:moveTo>
                    <a:pt x="0" y="0"/>
                  </a:moveTo>
                  <a:lnTo>
                    <a:pt x="35766" y="0"/>
                  </a:lnTo>
                  <a:lnTo>
                    <a:pt x="35766" y="169545"/>
                  </a:lnTo>
                  <a:cubicBezTo>
                    <a:pt x="35599" y="185413"/>
                    <a:pt x="37500" y="200159"/>
                    <a:pt x="41469" y="213783"/>
                  </a:cubicBezTo>
                  <a:cubicBezTo>
                    <a:pt x="45438" y="227408"/>
                    <a:pt x="52477" y="238428"/>
                    <a:pt x="62587" y="246846"/>
                  </a:cubicBezTo>
                  <a:cubicBezTo>
                    <a:pt x="72696" y="255263"/>
                    <a:pt x="86878" y="259595"/>
                    <a:pt x="105133" y="259842"/>
                  </a:cubicBezTo>
                  <a:cubicBezTo>
                    <a:pt x="123387" y="259595"/>
                    <a:pt x="137569" y="255263"/>
                    <a:pt x="147678" y="246846"/>
                  </a:cubicBezTo>
                  <a:cubicBezTo>
                    <a:pt x="157788" y="238428"/>
                    <a:pt x="164827" y="227408"/>
                    <a:pt x="168795" y="213783"/>
                  </a:cubicBezTo>
                  <a:cubicBezTo>
                    <a:pt x="172764" y="200159"/>
                    <a:pt x="174665" y="185413"/>
                    <a:pt x="174498" y="169545"/>
                  </a:cubicBezTo>
                  <a:lnTo>
                    <a:pt x="174498" y="0"/>
                  </a:lnTo>
                  <a:lnTo>
                    <a:pt x="210264" y="0"/>
                  </a:lnTo>
                  <a:lnTo>
                    <a:pt x="210264" y="181737"/>
                  </a:lnTo>
                  <a:cubicBezTo>
                    <a:pt x="210187" y="203025"/>
                    <a:pt x="205986" y="222038"/>
                    <a:pt x="197661" y="238776"/>
                  </a:cubicBezTo>
                  <a:cubicBezTo>
                    <a:pt x="189335" y="255513"/>
                    <a:pt x="177346" y="268737"/>
                    <a:pt x="161694" y="278447"/>
                  </a:cubicBezTo>
                  <a:cubicBezTo>
                    <a:pt x="146042" y="288158"/>
                    <a:pt x="127188" y="293116"/>
                    <a:pt x="105133" y="293322"/>
                  </a:cubicBezTo>
                  <a:cubicBezTo>
                    <a:pt x="83077" y="293116"/>
                    <a:pt x="64223" y="288158"/>
                    <a:pt x="48571" y="278447"/>
                  </a:cubicBezTo>
                  <a:cubicBezTo>
                    <a:pt x="32919" y="268737"/>
                    <a:pt x="20930" y="255513"/>
                    <a:pt x="12604" y="238776"/>
                  </a:cubicBezTo>
                  <a:cubicBezTo>
                    <a:pt x="4278" y="222038"/>
                    <a:pt x="77" y="203025"/>
                    <a:pt x="0" y="181737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>
                <a:latin typeface="Muli" panose="02000503000000000000" pitchFamily="2" charset="0"/>
              </a:endParaRPr>
            </a:p>
          </p:txBody>
        </p:sp>
        <p:sp>
          <p:nvSpPr>
            <p:cNvPr id="34" name="手繪多邊形 24">
              <a:extLst>
                <a:ext uri="{FF2B5EF4-FFF2-40B4-BE49-F238E27FC236}">
                  <a16:creationId xmlns:a16="http://schemas.microsoft.com/office/drawing/2014/main" id="{F4248B72-8610-2289-3362-24210C37A021}"/>
                </a:ext>
              </a:extLst>
            </p:cNvPr>
            <p:cNvSpPr/>
            <p:nvPr/>
          </p:nvSpPr>
          <p:spPr>
            <a:xfrm>
              <a:off x="4026652" y="3099859"/>
              <a:ext cx="64379" cy="517007"/>
            </a:xfrm>
            <a:custGeom>
              <a:avLst/>
              <a:gdLst/>
              <a:ahLst/>
              <a:cxnLst/>
              <a:rect l="l" t="t" r="r" b="b"/>
              <a:pathLst>
                <a:path w="35766" h="287226">
                  <a:moveTo>
                    <a:pt x="0" y="0"/>
                  </a:moveTo>
                  <a:lnTo>
                    <a:pt x="35766" y="0"/>
                  </a:lnTo>
                  <a:lnTo>
                    <a:pt x="35766" y="287226"/>
                  </a:lnTo>
                  <a:lnTo>
                    <a:pt x="0" y="2872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>
                <a:latin typeface="Muli" panose="02000503000000000000" pitchFamily="2" charset="0"/>
              </a:endParaRPr>
            </a:p>
          </p:txBody>
        </p:sp>
        <p:sp>
          <p:nvSpPr>
            <p:cNvPr id="35" name="手繪多邊形 25">
              <a:extLst>
                <a:ext uri="{FF2B5EF4-FFF2-40B4-BE49-F238E27FC236}">
                  <a16:creationId xmlns:a16="http://schemas.microsoft.com/office/drawing/2014/main" id="{2690E55A-522B-334D-9477-60D7EB8B6E1F}"/>
                </a:ext>
              </a:extLst>
            </p:cNvPr>
            <p:cNvSpPr/>
            <p:nvPr/>
          </p:nvSpPr>
          <p:spPr>
            <a:xfrm>
              <a:off x="4128838" y="3099859"/>
              <a:ext cx="449113" cy="544525"/>
            </a:xfrm>
            <a:custGeom>
              <a:avLst/>
              <a:gdLst/>
              <a:ahLst/>
              <a:cxnLst/>
              <a:rect l="l" t="t" r="r" b="b"/>
              <a:pathLst>
                <a:path w="249507" h="302514">
                  <a:moveTo>
                    <a:pt x="0" y="0"/>
                  </a:moveTo>
                  <a:lnTo>
                    <a:pt x="39235" y="0"/>
                  </a:lnTo>
                  <a:lnTo>
                    <a:pt x="124943" y="212598"/>
                  </a:lnTo>
                  <a:lnTo>
                    <a:pt x="210270" y="0"/>
                  </a:lnTo>
                  <a:lnTo>
                    <a:pt x="249507" y="0"/>
                  </a:lnTo>
                  <a:lnTo>
                    <a:pt x="124943" y="3025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>
                <a:latin typeface="Muli" panose="02000503000000000000" pitchFamily="2" charset="0"/>
              </a:endParaRPr>
            </a:p>
          </p:txBody>
        </p:sp>
        <p:sp>
          <p:nvSpPr>
            <p:cNvPr id="36" name="手繪多邊形 26">
              <a:extLst>
                <a:ext uri="{FF2B5EF4-FFF2-40B4-BE49-F238E27FC236}">
                  <a16:creationId xmlns:a16="http://schemas.microsoft.com/office/drawing/2014/main" id="{12CF6946-CF2F-218A-D40E-942DFDFC0DA4}"/>
                </a:ext>
              </a:extLst>
            </p:cNvPr>
            <p:cNvSpPr/>
            <p:nvPr/>
          </p:nvSpPr>
          <p:spPr>
            <a:xfrm>
              <a:off x="4628786" y="3099859"/>
              <a:ext cx="277663" cy="517007"/>
            </a:xfrm>
            <a:custGeom>
              <a:avLst/>
              <a:gdLst/>
              <a:ahLst/>
              <a:cxnLst/>
              <a:rect l="l" t="t" r="r" b="b"/>
              <a:pathLst>
                <a:path w="154257" h="287226">
                  <a:moveTo>
                    <a:pt x="0" y="0"/>
                  </a:moveTo>
                  <a:lnTo>
                    <a:pt x="154257" y="0"/>
                  </a:lnTo>
                  <a:lnTo>
                    <a:pt x="154257" y="32718"/>
                  </a:lnTo>
                  <a:lnTo>
                    <a:pt x="35766" y="32718"/>
                  </a:lnTo>
                  <a:lnTo>
                    <a:pt x="35766" y="113157"/>
                  </a:lnTo>
                  <a:lnTo>
                    <a:pt x="150828" y="113157"/>
                  </a:lnTo>
                  <a:lnTo>
                    <a:pt x="150828" y="145875"/>
                  </a:lnTo>
                  <a:lnTo>
                    <a:pt x="35766" y="145875"/>
                  </a:lnTo>
                  <a:lnTo>
                    <a:pt x="35766" y="254508"/>
                  </a:lnTo>
                  <a:lnTo>
                    <a:pt x="154257" y="254508"/>
                  </a:lnTo>
                  <a:lnTo>
                    <a:pt x="154257" y="287226"/>
                  </a:lnTo>
                  <a:lnTo>
                    <a:pt x="0" y="2872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>
                <a:latin typeface="Muli" panose="02000503000000000000" pitchFamily="2" charset="0"/>
              </a:endParaRPr>
            </a:p>
          </p:txBody>
        </p:sp>
        <p:sp>
          <p:nvSpPr>
            <p:cNvPr id="37" name="手繪多邊形 27">
              <a:extLst>
                <a:ext uri="{FF2B5EF4-FFF2-40B4-BE49-F238E27FC236}">
                  <a16:creationId xmlns:a16="http://schemas.microsoft.com/office/drawing/2014/main" id="{D8087AD2-3F94-573E-03F5-E4F1E96C48AC}"/>
                </a:ext>
              </a:extLst>
            </p:cNvPr>
            <p:cNvSpPr/>
            <p:nvPr/>
          </p:nvSpPr>
          <p:spPr>
            <a:xfrm>
              <a:off x="4988831" y="3099758"/>
              <a:ext cx="321554" cy="517109"/>
            </a:xfrm>
            <a:custGeom>
              <a:avLst/>
              <a:gdLst/>
              <a:ahLst/>
              <a:cxnLst/>
              <a:rect l="l" t="t" r="r" b="b"/>
              <a:pathLst>
                <a:path w="178641" h="287283">
                  <a:moveTo>
                    <a:pt x="0" y="57"/>
                  </a:moveTo>
                  <a:lnTo>
                    <a:pt x="43391" y="57"/>
                  </a:lnTo>
                  <a:cubicBezTo>
                    <a:pt x="56296" y="-197"/>
                    <a:pt x="69273" y="406"/>
                    <a:pt x="82322" y="1864"/>
                  </a:cubicBezTo>
                  <a:cubicBezTo>
                    <a:pt x="95370" y="3322"/>
                    <a:pt x="107680" y="7159"/>
                    <a:pt x="119251" y="13372"/>
                  </a:cubicBezTo>
                  <a:cubicBezTo>
                    <a:pt x="131311" y="20672"/>
                    <a:pt x="140587" y="30431"/>
                    <a:pt x="147079" y="42646"/>
                  </a:cubicBezTo>
                  <a:cubicBezTo>
                    <a:pt x="153572" y="54862"/>
                    <a:pt x="156853" y="67963"/>
                    <a:pt x="156925" y="81947"/>
                  </a:cubicBezTo>
                  <a:cubicBezTo>
                    <a:pt x="156648" y="102998"/>
                    <a:pt x="150352" y="120921"/>
                    <a:pt x="138036" y="135717"/>
                  </a:cubicBezTo>
                  <a:cubicBezTo>
                    <a:pt x="125719" y="150513"/>
                    <a:pt x="109038" y="159381"/>
                    <a:pt x="87992" y="162321"/>
                  </a:cubicBezTo>
                  <a:lnTo>
                    <a:pt x="178641" y="287283"/>
                  </a:lnTo>
                  <a:lnTo>
                    <a:pt x="135238" y="287283"/>
                  </a:lnTo>
                  <a:lnTo>
                    <a:pt x="50634" y="165744"/>
                  </a:lnTo>
                  <a:lnTo>
                    <a:pt x="35766" y="165744"/>
                  </a:lnTo>
                  <a:lnTo>
                    <a:pt x="35766" y="287283"/>
                  </a:lnTo>
                  <a:lnTo>
                    <a:pt x="0" y="287283"/>
                  </a:lnTo>
                  <a:lnTo>
                    <a:pt x="0" y="57"/>
                  </a:lnTo>
                  <a:close/>
                  <a:moveTo>
                    <a:pt x="35766" y="32013"/>
                  </a:moveTo>
                  <a:lnTo>
                    <a:pt x="35766" y="136074"/>
                  </a:lnTo>
                  <a:lnTo>
                    <a:pt x="47203" y="136074"/>
                  </a:lnTo>
                  <a:cubicBezTo>
                    <a:pt x="59665" y="136272"/>
                    <a:pt x="71675" y="135114"/>
                    <a:pt x="83234" y="132601"/>
                  </a:cubicBezTo>
                  <a:cubicBezTo>
                    <a:pt x="94793" y="130088"/>
                    <a:pt x="104318" y="125034"/>
                    <a:pt x="111810" y="117439"/>
                  </a:cubicBezTo>
                  <a:cubicBezTo>
                    <a:pt x="119303" y="109843"/>
                    <a:pt x="123180" y="98521"/>
                    <a:pt x="123444" y="83472"/>
                  </a:cubicBezTo>
                  <a:cubicBezTo>
                    <a:pt x="123136" y="68677"/>
                    <a:pt x="119008" y="57566"/>
                    <a:pt x="111062" y="50140"/>
                  </a:cubicBezTo>
                  <a:cubicBezTo>
                    <a:pt x="103115" y="42714"/>
                    <a:pt x="93199" y="37787"/>
                    <a:pt x="81314" y="35359"/>
                  </a:cubicBezTo>
                  <a:cubicBezTo>
                    <a:pt x="69428" y="32931"/>
                    <a:pt x="57422" y="31816"/>
                    <a:pt x="45297" y="32013"/>
                  </a:cubicBezTo>
                  <a:lnTo>
                    <a:pt x="35766" y="3201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>
                <a:latin typeface="Muli" panose="02000503000000000000" pitchFamily="2" charset="0"/>
              </a:endParaRPr>
            </a:p>
          </p:txBody>
        </p:sp>
        <p:sp>
          <p:nvSpPr>
            <p:cNvPr id="38" name="手繪多邊形 28">
              <a:extLst>
                <a:ext uri="{FF2B5EF4-FFF2-40B4-BE49-F238E27FC236}">
                  <a16:creationId xmlns:a16="http://schemas.microsoft.com/office/drawing/2014/main" id="{99D7AC9B-9BED-EC53-03AA-FD2FA474B3D4}"/>
                </a:ext>
              </a:extLst>
            </p:cNvPr>
            <p:cNvSpPr/>
            <p:nvPr/>
          </p:nvSpPr>
          <p:spPr>
            <a:xfrm>
              <a:off x="5724009" y="3099859"/>
              <a:ext cx="64381" cy="517007"/>
            </a:xfrm>
            <a:custGeom>
              <a:avLst/>
              <a:gdLst/>
              <a:ahLst/>
              <a:cxnLst/>
              <a:rect l="l" t="t" r="r" b="b"/>
              <a:pathLst>
                <a:path w="35767" h="287226">
                  <a:moveTo>
                    <a:pt x="0" y="0"/>
                  </a:moveTo>
                  <a:lnTo>
                    <a:pt x="35767" y="0"/>
                  </a:lnTo>
                  <a:lnTo>
                    <a:pt x="35767" y="287226"/>
                  </a:lnTo>
                  <a:lnTo>
                    <a:pt x="0" y="2872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>
                <a:latin typeface="Muli" panose="02000503000000000000" pitchFamily="2" charset="0"/>
              </a:endParaRPr>
            </a:p>
          </p:txBody>
        </p:sp>
        <p:sp>
          <p:nvSpPr>
            <p:cNvPr id="39" name="手繪多邊形 29">
              <a:extLst>
                <a:ext uri="{FF2B5EF4-FFF2-40B4-BE49-F238E27FC236}">
                  <a16:creationId xmlns:a16="http://schemas.microsoft.com/office/drawing/2014/main" id="{313EE8D0-3EA4-FFBF-6560-172ECD3A2E56}"/>
                </a:ext>
              </a:extLst>
            </p:cNvPr>
            <p:cNvSpPr/>
            <p:nvPr/>
          </p:nvSpPr>
          <p:spPr>
            <a:xfrm>
              <a:off x="5832363" y="3099859"/>
              <a:ext cx="704916" cy="517007"/>
            </a:xfrm>
            <a:custGeom>
              <a:avLst/>
              <a:gdLst/>
              <a:ahLst/>
              <a:cxnLst/>
              <a:rect l="l" t="t" r="r" b="b"/>
              <a:pathLst>
                <a:path w="391620" h="287226">
                  <a:moveTo>
                    <a:pt x="0" y="0"/>
                  </a:moveTo>
                  <a:lnTo>
                    <a:pt x="168402" y="0"/>
                  </a:lnTo>
                  <a:lnTo>
                    <a:pt x="172165" y="0"/>
                  </a:lnTo>
                  <a:lnTo>
                    <a:pt x="209550" y="0"/>
                  </a:lnTo>
                  <a:lnTo>
                    <a:pt x="280011" y="122662"/>
                  </a:lnTo>
                  <a:lnTo>
                    <a:pt x="350472" y="0"/>
                  </a:lnTo>
                  <a:lnTo>
                    <a:pt x="391620" y="0"/>
                  </a:lnTo>
                  <a:lnTo>
                    <a:pt x="297894" y="162279"/>
                  </a:lnTo>
                  <a:lnTo>
                    <a:pt x="297894" y="287226"/>
                  </a:lnTo>
                  <a:lnTo>
                    <a:pt x="262128" y="287226"/>
                  </a:lnTo>
                  <a:lnTo>
                    <a:pt x="262128" y="162279"/>
                  </a:lnTo>
                  <a:lnTo>
                    <a:pt x="172165" y="6514"/>
                  </a:lnTo>
                  <a:lnTo>
                    <a:pt x="172165" y="32718"/>
                  </a:lnTo>
                  <a:lnTo>
                    <a:pt x="103965" y="32718"/>
                  </a:lnTo>
                  <a:lnTo>
                    <a:pt x="103965" y="287226"/>
                  </a:lnTo>
                  <a:lnTo>
                    <a:pt x="68199" y="287226"/>
                  </a:lnTo>
                  <a:lnTo>
                    <a:pt x="68199" y="32718"/>
                  </a:lnTo>
                  <a:lnTo>
                    <a:pt x="0" y="327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>
                <a:latin typeface="Muli" panose="02000503000000000000" pitchFamily="2" charset="0"/>
              </a:endParaRPr>
            </a:p>
          </p:txBody>
        </p:sp>
        <p:sp>
          <p:nvSpPr>
            <p:cNvPr id="40" name="手繪多邊形 30">
              <a:extLst>
                <a:ext uri="{FF2B5EF4-FFF2-40B4-BE49-F238E27FC236}">
                  <a16:creationId xmlns:a16="http://schemas.microsoft.com/office/drawing/2014/main" id="{7187201D-8AB8-9287-6E8D-A93B26E0F12D}"/>
                </a:ext>
              </a:extLst>
            </p:cNvPr>
            <p:cNvSpPr/>
            <p:nvPr/>
          </p:nvSpPr>
          <p:spPr>
            <a:xfrm>
              <a:off x="7354155" y="3099859"/>
              <a:ext cx="250231" cy="517007"/>
            </a:xfrm>
            <a:custGeom>
              <a:avLst/>
              <a:gdLst/>
              <a:ahLst/>
              <a:cxnLst/>
              <a:rect l="l" t="t" r="r" b="b"/>
              <a:pathLst>
                <a:path w="139017" h="287226">
                  <a:moveTo>
                    <a:pt x="0" y="0"/>
                  </a:moveTo>
                  <a:lnTo>
                    <a:pt x="139017" y="0"/>
                  </a:lnTo>
                  <a:lnTo>
                    <a:pt x="139017" y="32718"/>
                  </a:lnTo>
                  <a:lnTo>
                    <a:pt x="35766" y="32718"/>
                  </a:lnTo>
                  <a:lnTo>
                    <a:pt x="35766" y="113538"/>
                  </a:lnTo>
                  <a:lnTo>
                    <a:pt x="135588" y="113538"/>
                  </a:lnTo>
                  <a:lnTo>
                    <a:pt x="135588" y="146256"/>
                  </a:lnTo>
                  <a:lnTo>
                    <a:pt x="35766" y="146256"/>
                  </a:lnTo>
                  <a:lnTo>
                    <a:pt x="35766" y="287226"/>
                  </a:lnTo>
                  <a:lnTo>
                    <a:pt x="0" y="2872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>
                <a:latin typeface="Muli" panose="02000503000000000000" pitchFamily="2" charset="0"/>
              </a:endParaRPr>
            </a:p>
          </p:txBody>
        </p:sp>
        <p:sp>
          <p:nvSpPr>
            <p:cNvPr id="41" name="手繪多邊形 31">
              <a:extLst>
                <a:ext uri="{FF2B5EF4-FFF2-40B4-BE49-F238E27FC236}">
                  <a16:creationId xmlns:a16="http://schemas.microsoft.com/office/drawing/2014/main" id="{C88C2F69-AA83-8F3C-10A5-050DEF1027BD}"/>
                </a:ext>
              </a:extLst>
            </p:cNvPr>
            <p:cNvSpPr/>
            <p:nvPr/>
          </p:nvSpPr>
          <p:spPr>
            <a:xfrm>
              <a:off x="8690092" y="3099859"/>
              <a:ext cx="64379" cy="517007"/>
            </a:xfrm>
            <a:custGeom>
              <a:avLst/>
              <a:gdLst/>
              <a:ahLst/>
              <a:cxnLst/>
              <a:rect l="l" t="t" r="r" b="b"/>
              <a:pathLst>
                <a:path w="35766" h="287226">
                  <a:moveTo>
                    <a:pt x="0" y="0"/>
                  </a:moveTo>
                  <a:lnTo>
                    <a:pt x="35766" y="0"/>
                  </a:lnTo>
                  <a:lnTo>
                    <a:pt x="35766" y="287226"/>
                  </a:lnTo>
                  <a:lnTo>
                    <a:pt x="0" y="2872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>
                <a:latin typeface="Muli" panose="02000503000000000000" pitchFamily="2" charset="0"/>
              </a:endParaRPr>
            </a:p>
          </p:txBody>
        </p:sp>
        <p:sp>
          <p:nvSpPr>
            <p:cNvPr id="42" name="手繪多邊形 32">
              <a:extLst>
                <a:ext uri="{FF2B5EF4-FFF2-40B4-BE49-F238E27FC236}">
                  <a16:creationId xmlns:a16="http://schemas.microsoft.com/office/drawing/2014/main" id="{2ECD153D-27FF-6347-82C5-E91923FC93C5}"/>
                </a:ext>
              </a:extLst>
            </p:cNvPr>
            <p:cNvSpPr/>
            <p:nvPr/>
          </p:nvSpPr>
          <p:spPr>
            <a:xfrm>
              <a:off x="8846456" y="3099859"/>
              <a:ext cx="277663" cy="517007"/>
            </a:xfrm>
            <a:custGeom>
              <a:avLst/>
              <a:gdLst/>
              <a:ahLst/>
              <a:cxnLst/>
              <a:rect l="l" t="t" r="r" b="b"/>
              <a:pathLst>
                <a:path w="154257" h="287226">
                  <a:moveTo>
                    <a:pt x="0" y="0"/>
                  </a:moveTo>
                  <a:lnTo>
                    <a:pt x="154257" y="0"/>
                  </a:lnTo>
                  <a:lnTo>
                    <a:pt x="154257" y="32718"/>
                  </a:lnTo>
                  <a:lnTo>
                    <a:pt x="35766" y="32718"/>
                  </a:lnTo>
                  <a:lnTo>
                    <a:pt x="35766" y="113157"/>
                  </a:lnTo>
                  <a:lnTo>
                    <a:pt x="150828" y="113157"/>
                  </a:lnTo>
                  <a:lnTo>
                    <a:pt x="150828" y="145875"/>
                  </a:lnTo>
                  <a:lnTo>
                    <a:pt x="35766" y="145875"/>
                  </a:lnTo>
                  <a:lnTo>
                    <a:pt x="35766" y="254508"/>
                  </a:lnTo>
                  <a:lnTo>
                    <a:pt x="154257" y="254508"/>
                  </a:lnTo>
                  <a:lnTo>
                    <a:pt x="154257" y="287226"/>
                  </a:lnTo>
                  <a:lnTo>
                    <a:pt x="0" y="2872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>
                <a:latin typeface="Muli" panose="02000503000000000000" pitchFamily="2" charset="0"/>
              </a:endParaRPr>
            </a:p>
          </p:txBody>
        </p:sp>
        <p:sp>
          <p:nvSpPr>
            <p:cNvPr id="43" name="手繪多邊形 33">
              <a:extLst>
                <a:ext uri="{FF2B5EF4-FFF2-40B4-BE49-F238E27FC236}">
                  <a16:creationId xmlns:a16="http://schemas.microsoft.com/office/drawing/2014/main" id="{F69DA0FA-5EF4-6B41-BBCC-CE716C62F96C}"/>
                </a:ext>
              </a:extLst>
            </p:cNvPr>
            <p:cNvSpPr/>
            <p:nvPr/>
          </p:nvSpPr>
          <p:spPr>
            <a:xfrm>
              <a:off x="10183766" y="3099859"/>
              <a:ext cx="277663" cy="517007"/>
            </a:xfrm>
            <a:custGeom>
              <a:avLst/>
              <a:gdLst/>
              <a:ahLst/>
              <a:cxnLst/>
              <a:rect l="l" t="t" r="r" b="b"/>
              <a:pathLst>
                <a:path w="154257" h="287226">
                  <a:moveTo>
                    <a:pt x="0" y="0"/>
                  </a:moveTo>
                  <a:lnTo>
                    <a:pt x="154257" y="0"/>
                  </a:lnTo>
                  <a:lnTo>
                    <a:pt x="154257" y="32718"/>
                  </a:lnTo>
                  <a:lnTo>
                    <a:pt x="35766" y="32718"/>
                  </a:lnTo>
                  <a:lnTo>
                    <a:pt x="35766" y="113157"/>
                  </a:lnTo>
                  <a:lnTo>
                    <a:pt x="150828" y="113157"/>
                  </a:lnTo>
                  <a:lnTo>
                    <a:pt x="150828" y="145875"/>
                  </a:lnTo>
                  <a:lnTo>
                    <a:pt x="35766" y="145875"/>
                  </a:lnTo>
                  <a:lnTo>
                    <a:pt x="35766" y="254508"/>
                  </a:lnTo>
                  <a:lnTo>
                    <a:pt x="154257" y="254508"/>
                  </a:lnTo>
                  <a:lnTo>
                    <a:pt x="154257" y="287226"/>
                  </a:lnTo>
                  <a:lnTo>
                    <a:pt x="0" y="2872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>
                <a:latin typeface="Muli" panose="02000503000000000000" pitchFamily="2" charset="0"/>
              </a:endParaRPr>
            </a:p>
          </p:txBody>
        </p:sp>
        <p:sp>
          <p:nvSpPr>
            <p:cNvPr id="44" name="手繪多邊形 34">
              <a:extLst>
                <a:ext uri="{FF2B5EF4-FFF2-40B4-BE49-F238E27FC236}">
                  <a16:creationId xmlns:a16="http://schemas.microsoft.com/office/drawing/2014/main" id="{009F43CD-D851-FC08-B40C-3770079A73BA}"/>
                </a:ext>
              </a:extLst>
            </p:cNvPr>
            <p:cNvSpPr/>
            <p:nvPr/>
          </p:nvSpPr>
          <p:spPr>
            <a:xfrm>
              <a:off x="5384095" y="2240883"/>
              <a:ext cx="452542" cy="562955"/>
            </a:xfrm>
            <a:custGeom>
              <a:avLst/>
              <a:gdLst/>
              <a:ahLst/>
              <a:cxnLst/>
              <a:rect l="l" t="t" r="r" b="b"/>
              <a:pathLst>
                <a:path w="251412" h="312753">
                  <a:moveTo>
                    <a:pt x="0" y="0"/>
                  </a:moveTo>
                  <a:lnTo>
                    <a:pt x="215646" y="225898"/>
                  </a:lnTo>
                  <a:lnTo>
                    <a:pt x="215646" y="13716"/>
                  </a:lnTo>
                  <a:lnTo>
                    <a:pt x="251412" y="13716"/>
                  </a:lnTo>
                  <a:lnTo>
                    <a:pt x="251412" y="312753"/>
                  </a:lnTo>
                  <a:lnTo>
                    <a:pt x="35766" y="86856"/>
                  </a:lnTo>
                  <a:lnTo>
                    <a:pt x="35766" y="300942"/>
                  </a:lnTo>
                  <a:lnTo>
                    <a:pt x="0" y="3009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>
                <a:latin typeface="Muli" panose="02000503000000000000" pitchFamily="2" charset="0"/>
              </a:endParaRPr>
            </a:p>
          </p:txBody>
        </p:sp>
        <p:sp>
          <p:nvSpPr>
            <p:cNvPr id="45" name="手繪多邊形 35">
              <a:extLst>
                <a:ext uri="{FF2B5EF4-FFF2-40B4-BE49-F238E27FC236}">
                  <a16:creationId xmlns:a16="http://schemas.microsoft.com/office/drawing/2014/main" id="{D1965DD2-F1F8-0D83-323E-C71C9AE8B5D2}"/>
                </a:ext>
              </a:extLst>
            </p:cNvPr>
            <p:cNvSpPr/>
            <p:nvPr/>
          </p:nvSpPr>
          <p:spPr>
            <a:xfrm>
              <a:off x="7647235" y="2240883"/>
              <a:ext cx="452542" cy="562955"/>
            </a:xfrm>
            <a:custGeom>
              <a:avLst/>
              <a:gdLst/>
              <a:ahLst/>
              <a:cxnLst/>
              <a:rect l="l" t="t" r="r" b="b"/>
              <a:pathLst>
                <a:path w="251412" h="312753">
                  <a:moveTo>
                    <a:pt x="0" y="0"/>
                  </a:moveTo>
                  <a:lnTo>
                    <a:pt x="215646" y="225898"/>
                  </a:lnTo>
                  <a:lnTo>
                    <a:pt x="215646" y="13716"/>
                  </a:lnTo>
                  <a:lnTo>
                    <a:pt x="251412" y="13716"/>
                  </a:lnTo>
                  <a:lnTo>
                    <a:pt x="251412" y="312753"/>
                  </a:lnTo>
                  <a:lnTo>
                    <a:pt x="35766" y="86856"/>
                  </a:lnTo>
                  <a:lnTo>
                    <a:pt x="35766" y="300942"/>
                  </a:lnTo>
                  <a:lnTo>
                    <a:pt x="0" y="3009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>
                <a:latin typeface="Muli" panose="02000503000000000000" pitchFamily="2" charset="0"/>
              </a:endParaRPr>
            </a:p>
          </p:txBody>
        </p:sp>
        <p:sp>
          <p:nvSpPr>
            <p:cNvPr id="46" name="手繪多邊形 36">
              <a:extLst>
                <a:ext uri="{FF2B5EF4-FFF2-40B4-BE49-F238E27FC236}">
                  <a16:creationId xmlns:a16="http://schemas.microsoft.com/office/drawing/2014/main" id="{1CCB5316-D47B-DF81-E48E-55E0298EF8CB}"/>
                </a:ext>
              </a:extLst>
            </p:cNvPr>
            <p:cNvSpPr/>
            <p:nvPr/>
          </p:nvSpPr>
          <p:spPr>
            <a:xfrm>
              <a:off x="4788135" y="2254599"/>
              <a:ext cx="541696" cy="538952"/>
            </a:xfrm>
            <a:custGeom>
              <a:avLst/>
              <a:gdLst/>
              <a:ahLst/>
              <a:cxnLst/>
              <a:rect l="l" t="t" r="r" b="b"/>
              <a:pathLst>
                <a:path w="300942" h="299418">
                  <a:moveTo>
                    <a:pt x="150472" y="0"/>
                  </a:moveTo>
                  <a:cubicBezTo>
                    <a:pt x="178243" y="324"/>
                    <a:pt x="203441" y="7165"/>
                    <a:pt x="226067" y="20522"/>
                  </a:cubicBezTo>
                  <a:cubicBezTo>
                    <a:pt x="248692" y="33879"/>
                    <a:pt x="266744" y="51810"/>
                    <a:pt x="280223" y="74313"/>
                  </a:cubicBezTo>
                  <a:cubicBezTo>
                    <a:pt x="293703" y="96816"/>
                    <a:pt x="300609" y="121948"/>
                    <a:pt x="300942" y="149710"/>
                  </a:cubicBezTo>
                  <a:cubicBezTo>
                    <a:pt x="300623" y="178431"/>
                    <a:pt x="293773" y="204015"/>
                    <a:pt x="280393" y="226461"/>
                  </a:cubicBezTo>
                  <a:cubicBezTo>
                    <a:pt x="267012" y="248908"/>
                    <a:pt x="249016" y="266612"/>
                    <a:pt x="226405" y="279574"/>
                  </a:cubicBezTo>
                  <a:cubicBezTo>
                    <a:pt x="203794" y="292536"/>
                    <a:pt x="178483" y="299151"/>
                    <a:pt x="150472" y="299418"/>
                  </a:cubicBezTo>
                  <a:cubicBezTo>
                    <a:pt x="122461" y="299151"/>
                    <a:pt x="97149" y="292536"/>
                    <a:pt x="74538" y="279574"/>
                  </a:cubicBezTo>
                  <a:cubicBezTo>
                    <a:pt x="51927" y="266612"/>
                    <a:pt x="33931" y="248908"/>
                    <a:pt x="20550" y="226461"/>
                  </a:cubicBezTo>
                  <a:cubicBezTo>
                    <a:pt x="7169" y="204015"/>
                    <a:pt x="319" y="178431"/>
                    <a:pt x="0" y="149710"/>
                  </a:cubicBezTo>
                  <a:cubicBezTo>
                    <a:pt x="333" y="121948"/>
                    <a:pt x="7240" y="96816"/>
                    <a:pt x="20719" y="74313"/>
                  </a:cubicBezTo>
                  <a:cubicBezTo>
                    <a:pt x="34199" y="51810"/>
                    <a:pt x="52251" y="33879"/>
                    <a:pt x="74877" y="20522"/>
                  </a:cubicBezTo>
                  <a:cubicBezTo>
                    <a:pt x="97502" y="7165"/>
                    <a:pt x="122701" y="324"/>
                    <a:pt x="150472" y="0"/>
                  </a:cubicBezTo>
                  <a:close/>
                  <a:moveTo>
                    <a:pt x="150472" y="33480"/>
                  </a:moveTo>
                  <a:cubicBezTo>
                    <a:pt x="127821" y="33744"/>
                    <a:pt x="107916" y="39102"/>
                    <a:pt x="90755" y="49556"/>
                  </a:cubicBezTo>
                  <a:cubicBezTo>
                    <a:pt x="73595" y="60010"/>
                    <a:pt x="60182" y="73979"/>
                    <a:pt x="50516" y="91461"/>
                  </a:cubicBezTo>
                  <a:cubicBezTo>
                    <a:pt x="40850" y="108944"/>
                    <a:pt x="35933" y="128360"/>
                    <a:pt x="35766" y="149710"/>
                  </a:cubicBezTo>
                  <a:cubicBezTo>
                    <a:pt x="36032" y="171779"/>
                    <a:pt x="41344" y="191534"/>
                    <a:pt x="51701" y="208974"/>
                  </a:cubicBezTo>
                  <a:cubicBezTo>
                    <a:pt x="62059" y="226414"/>
                    <a:pt x="75867" y="240213"/>
                    <a:pt x="93126" y="250370"/>
                  </a:cubicBezTo>
                  <a:cubicBezTo>
                    <a:pt x="110385" y="260528"/>
                    <a:pt x="129501" y="265717"/>
                    <a:pt x="150472" y="265938"/>
                  </a:cubicBezTo>
                  <a:cubicBezTo>
                    <a:pt x="171443" y="265717"/>
                    <a:pt x="190558" y="260528"/>
                    <a:pt x="207817" y="250370"/>
                  </a:cubicBezTo>
                  <a:cubicBezTo>
                    <a:pt x="225076" y="240213"/>
                    <a:pt x="238884" y="226414"/>
                    <a:pt x="249242" y="208974"/>
                  </a:cubicBezTo>
                  <a:cubicBezTo>
                    <a:pt x="259599" y="191534"/>
                    <a:pt x="264910" y="171779"/>
                    <a:pt x="265176" y="149710"/>
                  </a:cubicBezTo>
                  <a:cubicBezTo>
                    <a:pt x="265009" y="128360"/>
                    <a:pt x="260093" y="108944"/>
                    <a:pt x="250427" y="91461"/>
                  </a:cubicBezTo>
                  <a:cubicBezTo>
                    <a:pt x="240761" y="73979"/>
                    <a:pt x="227349" y="60010"/>
                    <a:pt x="210188" y="49556"/>
                  </a:cubicBezTo>
                  <a:cubicBezTo>
                    <a:pt x="193028" y="39102"/>
                    <a:pt x="173123" y="33744"/>
                    <a:pt x="150472" y="3348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>
                <a:latin typeface="Muli" panose="02000503000000000000" pitchFamily="2" charset="0"/>
              </a:endParaRPr>
            </a:p>
          </p:txBody>
        </p:sp>
        <p:sp>
          <p:nvSpPr>
            <p:cNvPr id="47" name="手繪多邊形 37">
              <a:extLst>
                <a:ext uri="{FF2B5EF4-FFF2-40B4-BE49-F238E27FC236}">
                  <a16:creationId xmlns:a16="http://schemas.microsoft.com/office/drawing/2014/main" id="{0F22F60D-4B5A-D1B8-EE64-EA5268715AF0}"/>
                </a:ext>
              </a:extLst>
            </p:cNvPr>
            <p:cNvSpPr/>
            <p:nvPr/>
          </p:nvSpPr>
          <p:spPr>
            <a:xfrm>
              <a:off x="5886786" y="2254599"/>
              <a:ext cx="506034" cy="538952"/>
            </a:xfrm>
            <a:custGeom>
              <a:avLst/>
              <a:gdLst/>
              <a:ahLst/>
              <a:cxnLst/>
              <a:rect l="l" t="t" r="r" b="b"/>
              <a:pathLst>
                <a:path w="281130" h="299418">
                  <a:moveTo>
                    <a:pt x="148949" y="0"/>
                  </a:moveTo>
                  <a:cubicBezTo>
                    <a:pt x="171569" y="102"/>
                    <a:pt x="193115" y="4939"/>
                    <a:pt x="213587" y="14510"/>
                  </a:cubicBezTo>
                  <a:cubicBezTo>
                    <a:pt x="234059" y="24081"/>
                    <a:pt x="251499" y="37773"/>
                    <a:pt x="265909" y="55588"/>
                  </a:cubicBezTo>
                  <a:lnTo>
                    <a:pt x="240791" y="79600"/>
                  </a:lnTo>
                  <a:cubicBezTo>
                    <a:pt x="230216" y="65307"/>
                    <a:pt x="216973" y="53968"/>
                    <a:pt x="201063" y="45582"/>
                  </a:cubicBezTo>
                  <a:cubicBezTo>
                    <a:pt x="185153" y="37197"/>
                    <a:pt x="168289" y="32909"/>
                    <a:pt x="150474" y="32718"/>
                  </a:cubicBezTo>
                  <a:cubicBezTo>
                    <a:pt x="128782" y="32965"/>
                    <a:pt x="109328" y="38273"/>
                    <a:pt x="92111" y="48642"/>
                  </a:cubicBezTo>
                  <a:cubicBezTo>
                    <a:pt x="74894" y="59011"/>
                    <a:pt x="61255" y="72958"/>
                    <a:pt x="51193" y="90484"/>
                  </a:cubicBezTo>
                  <a:cubicBezTo>
                    <a:pt x="41132" y="108010"/>
                    <a:pt x="35990" y="127632"/>
                    <a:pt x="35766" y="149351"/>
                  </a:cubicBezTo>
                  <a:cubicBezTo>
                    <a:pt x="35995" y="169741"/>
                    <a:pt x="41043" y="188796"/>
                    <a:pt x="50911" y="206515"/>
                  </a:cubicBezTo>
                  <a:cubicBezTo>
                    <a:pt x="60779" y="224235"/>
                    <a:pt x="74099" y="238612"/>
                    <a:pt x="90869" y="249646"/>
                  </a:cubicBezTo>
                  <a:cubicBezTo>
                    <a:pt x="107639" y="260681"/>
                    <a:pt x="126491" y="266365"/>
                    <a:pt x="147425" y="266700"/>
                  </a:cubicBezTo>
                  <a:cubicBezTo>
                    <a:pt x="162595" y="266514"/>
                    <a:pt x="177223" y="262608"/>
                    <a:pt x="191306" y="254981"/>
                  </a:cubicBezTo>
                  <a:cubicBezTo>
                    <a:pt x="205390" y="247354"/>
                    <a:pt x="217082" y="237123"/>
                    <a:pt x="226381" y="224286"/>
                  </a:cubicBezTo>
                  <a:cubicBezTo>
                    <a:pt x="235680" y="211450"/>
                    <a:pt x="240737" y="197124"/>
                    <a:pt x="241554" y="181308"/>
                  </a:cubicBezTo>
                  <a:lnTo>
                    <a:pt x="167242" y="181308"/>
                  </a:lnTo>
                  <a:lnTo>
                    <a:pt x="167242" y="148590"/>
                  </a:lnTo>
                  <a:lnTo>
                    <a:pt x="281130" y="148590"/>
                  </a:lnTo>
                  <a:lnTo>
                    <a:pt x="281130" y="160003"/>
                  </a:lnTo>
                  <a:cubicBezTo>
                    <a:pt x="280941" y="186553"/>
                    <a:pt x="275144" y="210286"/>
                    <a:pt x="263742" y="231200"/>
                  </a:cubicBezTo>
                  <a:cubicBezTo>
                    <a:pt x="252340" y="252115"/>
                    <a:pt x="236470" y="268648"/>
                    <a:pt x="216133" y="280800"/>
                  </a:cubicBezTo>
                  <a:cubicBezTo>
                    <a:pt x="195796" y="292951"/>
                    <a:pt x="172131" y="299158"/>
                    <a:pt x="145138" y="299418"/>
                  </a:cubicBezTo>
                  <a:cubicBezTo>
                    <a:pt x="118032" y="299054"/>
                    <a:pt x="93577" y="292081"/>
                    <a:pt x="71772" y="278499"/>
                  </a:cubicBezTo>
                  <a:cubicBezTo>
                    <a:pt x="49968" y="264917"/>
                    <a:pt x="32630" y="246913"/>
                    <a:pt x="19760" y="224485"/>
                  </a:cubicBezTo>
                  <a:cubicBezTo>
                    <a:pt x="6889" y="202058"/>
                    <a:pt x="303" y="177393"/>
                    <a:pt x="0" y="150492"/>
                  </a:cubicBezTo>
                  <a:cubicBezTo>
                    <a:pt x="308" y="122597"/>
                    <a:pt x="7054" y="97338"/>
                    <a:pt x="20239" y="74717"/>
                  </a:cubicBezTo>
                  <a:cubicBezTo>
                    <a:pt x="33425" y="52095"/>
                    <a:pt x="51205" y="34069"/>
                    <a:pt x="73579" y="20637"/>
                  </a:cubicBezTo>
                  <a:cubicBezTo>
                    <a:pt x="95953" y="7205"/>
                    <a:pt x="121076" y="326"/>
                    <a:pt x="14894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>
                <a:latin typeface="Muli" panose="02000503000000000000" pitchFamily="2" charset="0"/>
              </a:endParaRPr>
            </a:p>
          </p:txBody>
        </p:sp>
        <p:sp>
          <p:nvSpPr>
            <p:cNvPr id="48" name="手繪多邊形 38">
              <a:extLst>
                <a:ext uri="{FF2B5EF4-FFF2-40B4-BE49-F238E27FC236}">
                  <a16:creationId xmlns:a16="http://schemas.microsoft.com/office/drawing/2014/main" id="{AB561046-8F32-37AF-ABE6-69F014751BD5}"/>
                </a:ext>
              </a:extLst>
            </p:cNvPr>
            <p:cNvSpPr/>
            <p:nvPr/>
          </p:nvSpPr>
          <p:spPr>
            <a:xfrm>
              <a:off x="7051275" y="2254599"/>
              <a:ext cx="541696" cy="538952"/>
            </a:xfrm>
            <a:custGeom>
              <a:avLst/>
              <a:gdLst/>
              <a:ahLst/>
              <a:cxnLst/>
              <a:rect l="l" t="t" r="r" b="b"/>
              <a:pathLst>
                <a:path w="300942" h="299418">
                  <a:moveTo>
                    <a:pt x="150472" y="0"/>
                  </a:moveTo>
                  <a:cubicBezTo>
                    <a:pt x="178243" y="324"/>
                    <a:pt x="203441" y="7165"/>
                    <a:pt x="226066" y="20522"/>
                  </a:cubicBezTo>
                  <a:cubicBezTo>
                    <a:pt x="248692" y="33879"/>
                    <a:pt x="266744" y="51810"/>
                    <a:pt x="280223" y="74313"/>
                  </a:cubicBezTo>
                  <a:cubicBezTo>
                    <a:pt x="293702" y="96816"/>
                    <a:pt x="300609" y="121948"/>
                    <a:pt x="300942" y="149710"/>
                  </a:cubicBezTo>
                  <a:cubicBezTo>
                    <a:pt x="300623" y="178431"/>
                    <a:pt x="293773" y="204015"/>
                    <a:pt x="280393" y="226461"/>
                  </a:cubicBezTo>
                  <a:cubicBezTo>
                    <a:pt x="267012" y="248908"/>
                    <a:pt x="249016" y="266612"/>
                    <a:pt x="226405" y="279574"/>
                  </a:cubicBezTo>
                  <a:cubicBezTo>
                    <a:pt x="203794" y="292536"/>
                    <a:pt x="178483" y="299151"/>
                    <a:pt x="150472" y="299418"/>
                  </a:cubicBezTo>
                  <a:cubicBezTo>
                    <a:pt x="122461" y="299151"/>
                    <a:pt x="97149" y="292536"/>
                    <a:pt x="74538" y="279574"/>
                  </a:cubicBezTo>
                  <a:cubicBezTo>
                    <a:pt x="51927" y="266612"/>
                    <a:pt x="33931" y="248908"/>
                    <a:pt x="20550" y="226461"/>
                  </a:cubicBezTo>
                  <a:cubicBezTo>
                    <a:pt x="7169" y="204015"/>
                    <a:pt x="319" y="178431"/>
                    <a:pt x="0" y="149710"/>
                  </a:cubicBezTo>
                  <a:cubicBezTo>
                    <a:pt x="333" y="121948"/>
                    <a:pt x="7240" y="96816"/>
                    <a:pt x="20719" y="74313"/>
                  </a:cubicBezTo>
                  <a:cubicBezTo>
                    <a:pt x="34199" y="51810"/>
                    <a:pt x="52251" y="33879"/>
                    <a:pt x="74877" y="20522"/>
                  </a:cubicBezTo>
                  <a:cubicBezTo>
                    <a:pt x="97502" y="7165"/>
                    <a:pt x="122701" y="324"/>
                    <a:pt x="150472" y="0"/>
                  </a:cubicBezTo>
                  <a:close/>
                  <a:moveTo>
                    <a:pt x="150472" y="33480"/>
                  </a:moveTo>
                  <a:cubicBezTo>
                    <a:pt x="127821" y="33744"/>
                    <a:pt x="107915" y="39102"/>
                    <a:pt x="90755" y="49556"/>
                  </a:cubicBezTo>
                  <a:cubicBezTo>
                    <a:pt x="73595" y="60010"/>
                    <a:pt x="60181" y="73979"/>
                    <a:pt x="50516" y="91461"/>
                  </a:cubicBezTo>
                  <a:cubicBezTo>
                    <a:pt x="40850" y="108944"/>
                    <a:pt x="35933" y="128360"/>
                    <a:pt x="35766" y="149710"/>
                  </a:cubicBezTo>
                  <a:cubicBezTo>
                    <a:pt x="36032" y="171779"/>
                    <a:pt x="41344" y="191534"/>
                    <a:pt x="51701" y="208974"/>
                  </a:cubicBezTo>
                  <a:cubicBezTo>
                    <a:pt x="62059" y="226414"/>
                    <a:pt x="75867" y="240213"/>
                    <a:pt x="93126" y="250370"/>
                  </a:cubicBezTo>
                  <a:cubicBezTo>
                    <a:pt x="110385" y="260528"/>
                    <a:pt x="129500" y="265717"/>
                    <a:pt x="150472" y="265938"/>
                  </a:cubicBezTo>
                  <a:cubicBezTo>
                    <a:pt x="171443" y="265717"/>
                    <a:pt x="190558" y="260528"/>
                    <a:pt x="207817" y="250370"/>
                  </a:cubicBezTo>
                  <a:cubicBezTo>
                    <a:pt x="225076" y="240213"/>
                    <a:pt x="238884" y="226414"/>
                    <a:pt x="249242" y="208974"/>
                  </a:cubicBezTo>
                  <a:cubicBezTo>
                    <a:pt x="259599" y="191534"/>
                    <a:pt x="264910" y="171779"/>
                    <a:pt x="265176" y="149710"/>
                  </a:cubicBezTo>
                  <a:cubicBezTo>
                    <a:pt x="265009" y="128360"/>
                    <a:pt x="260093" y="108944"/>
                    <a:pt x="250427" y="91461"/>
                  </a:cubicBezTo>
                  <a:cubicBezTo>
                    <a:pt x="240762" y="73979"/>
                    <a:pt x="227348" y="60010"/>
                    <a:pt x="210188" y="49556"/>
                  </a:cubicBezTo>
                  <a:cubicBezTo>
                    <a:pt x="193028" y="39102"/>
                    <a:pt x="173123" y="33744"/>
                    <a:pt x="150472" y="3348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>
                <a:latin typeface="Muli" panose="02000503000000000000" pitchFamily="2" charset="0"/>
              </a:endParaRPr>
            </a:p>
          </p:txBody>
        </p:sp>
        <p:sp>
          <p:nvSpPr>
            <p:cNvPr id="49" name="手繪多邊形 39">
              <a:extLst>
                <a:ext uri="{FF2B5EF4-FFF2-40B4-BE49-F238E27FC236}">
                  <a16:creationId xmlns:a16="http://schemas.microsoft.com/office/drawing/2014/main" id="{606A0F9B-0CB8-A6A8-B4AA-BF6EBABC666F}"/>
                </a:ext>
              </a:extLst>
            </p:cNvPr>
            <p:cNvSpPr/>
            <p:nvPr/>
          </p:nvSpPr>
          <p:spPr>
            <a:xfrm>
              <a:off x="8149926" y="2254599"/>
              <a:ext cx="506034" cy="538952"/>
            </a:xfrm>
            <a:custGeom>
              <a:avLst/>
              <a:gdLst/>
              <a:ahLst/>
              <a:cxnLst/>
              <a:rect l="l" t="t" r="r" b="b"/>
              <a:pathLst>
                <a:path w="281130" h="299418">
                  <a:moveTo>
                    <a:pt x="148949" y="0"/>
                  </a:moveTo>
                  <a:cubicBezTo>
                    <a:pt x="171569" y="102"/>
                    <a:pt x="193115" y="4939"/>
                    <a:pt x="213587" y="14510"/>
                  </a:cubicBezTo>
                  <a:cubicBezTo>
                    <a:pt x="234059" y="24081"/>
                    <a:pt x="251499" y="37773"/>
                    <a:pt x="265908" y="55588"/>
                  </a:cubicBezTo>
                  <a:lnTo>
                    <a:pt x="240791" y="79600"/>
                  </a:lnTo>
                  <a:cubicBezTo>
                    <a:pt x="230216" y="65307"/>
                    <a:pt x="216973" y="53968"/>
                    <a:pt x="201063" y="45582"/>
                  </a:cubicBezTo>
                  <a:cubicBezTo>
                    <a:pt x="185153" y="37197"/>
                    <a:pt x="168289" y="32909"/>
                    <a:pt x="150474" y="32718"/>
                  </a:cubicBezTo>
                  <a:cubicBezTo>
                    <a:pt x="128782" y="32965"/>
                    <a:pt x="109328" y="38273"/>
                    <a:pt x="92111" y="48642"/>
                  </a:cubicBezTo>
                  <a:cubicBezTo>
                    <a:pt x="74894" y="59011"/>
                    <a:pt x="61254" y="72958"/>
                    <a:pt x="51193" y="90484"/>
                  </a:cubicBezTo>
                  <a:cubicBezTo>
                    <a:pt x="41132" y="108010"/>
                    <a:pt x="35990" y="127632"/>
                    <a:pt x="35766" y="149351"/>
                  </a:cubicBezTo>
                  <a:cubicBezTo>
                    <a:pt x="35995" y="169741"/>
                    <a:pt x="41043" y="188796"/>
                    <a:pt x="50911" y="206515"/>
                  </a:cubicBezTo>
                  <a:cubicBezTo>
                    <a:pt x="60779" y="224235"/>
                    <a:pt x="74099" y="238612"/>
                    <a:pt x="90869" y="249646"/>
                  </a:cubicBezTo>
                  <a:cubicBezTo>
                    <a:pt x="107639" y="260681"/>
                    <a:pt x="126491" y="266365"/>
                    <a:pt x="147425" y="266700"/>
                  </a:cubicBezTo>
                  <a:cubicBezTo>
                    <a:pt x="162596" y="266514"/>
                    <a:pt x="177223" y="262608"/>
                    <a:pt x="191306" y="254981"/>
                  </a:cubicBezTo>
                  <a:cubicBezTo>
                    <a:pt x="205390" y="247354"/>
                    <a:pt x="217081" y="237123"/>
                    <a:pt x="226381" y="224286"/>
                  </a:cubicBezTo>
                  <a:cubicBezTo>
                    <a:pt x="235680" y="211450"/>
                    <a:pt x="240738" y="197124"/>
                    <a:pt x="241554" y="181308"/>
                  </a:cubicBezTo>
                  <a:lnTo>
                    <a:pt x="167241" y="181308"/>
                  </a:lnTo>
                  <a:lnTo>
                    <a:pt x="167241" y="148590"/>
                  </a:lnTo>
                  <a:lnTo>
                    <a:pt x="281130" y="148590"/>
                  </a:lnTo>
                  <a:lnTo>
                    <a:pt x="281130" y="160003"/>
                  </a:lnTo>
                  <a:cubicBezTo>
                    <a:pt x="280941" y="186553"/>
                    <a:pt x="275144" y="210286"/>
                    <a:pt x="263742" y="231200"/>
                  </a:cubicBezTo>
                  <a:cubicBezTo>
                    <a:pt x="252339" y="252115"/>
                    <a:pt x="236470" y="268648"/>
                    <a:pt x="216133" y="280800"/>
                  </a:cubicBezTo>
                  <a:cubicBezTo>
                    <a:pt x="195796" y="292951"/>
                    <a:pt x="172131" y="299158"/>
                    <a:pt x="145138" y="299418"/>
                  </a:cubicBezTo>
                  <a:cubicBezTo>
                    <a:pt x="118032" y="299054"/>
                    <a:pt x="93577" y="292081"/>
                    <a:pt x="71772" y="278499"/>
                  </a:cubicBezTo>
                  <a:cubicBezTo>
                    <a:pt x="49968" y="264917"/>
                    <a:pt x="32630" y="246913"/>
                    <a:pt x="19760" y="224485"/>
                  </a:cubicBezTo>
                  <a:cubicBezTo>
                    <a:pt x="6889" y="202058"/>
                    <a:pt x="303" y="177393"/>
                    <a:pt x="0" y="150492"/>
                  </a:cubicBezTo>
                  <a:cubicBezTo>
                    <a:pt x="307" y="122597"/>
                    <a:pt x="7054" y="97338"/>
                    <a:pt x="20239" y="74717"/>
                  </a:cubicBezTo>
                  <a:cubicBezTo>
                    <a:pt x="33425" y="52095"/>
                    <a:pt x="51205" y="34069"/>
                    <a:pt x="73579" y="20637"/>
                  </a:cubicBezTo>
                  <a:cubicBezTo>
                    <a:pt x="95953" y="7205"/>
                    <a:pt x="121077" y="326"/>
                    <a:pt x="14894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>
                <a:latin typeface="Muli" panose="02000503000000000000" pitchFamily="2" charset="0"/>
              </a:endParaRPr>
            </a:p>
          </p:txBody>
        </p:sp>
        <p:sp>
          <p:nvSpPr>
            <p:cNvPr id="50" name="手繪多邊形 40">
              <a:extLst>
                <a:ext uri="{FF2B5EF4-FFF2-40B4-BE49-F238E27FC236}">
                  <a16:creationId xmlns:a16="http://schemas.microsoft.com/office/drawing/2014/main" id="{AA90D034-975E-FC8B-BF8E-E866337CE58D}"/>
                </a:ext>
              </a:extLst>
            </p:cNvPr>
            <p:cNvSpPr/>
            <p:nvPr/>
          </p:nvSpPr>
          <p:spPr>
            <a:xfrm>
              <a:off x="2993396" y="2265572"/>
              <a:ext cx="309895" cy="517007"/>
            </a:xfrm>
            <a:custGeom>
              <a:avLst/>
              <a:gdLst/>
              <a:ahLst/>
              <a:cxnLst/>
              <a:rect l="l" t="t" r="r" b="b"/>
              <a:pathLst>
                <a:path w="172164" h="287226">
                  <a:moveTo>
                    <a:pt x="0" y="0"/>
                  </a:moveTo>
                  <a:lnTo>
                    <a:pt x="172164" y="0"/>
                  </a:lnTo>
                  <a:lnTo>
                    <a:pt x="172164" y="32718"/>
                  </a:lnTo>
                  <a:lnTo>
                    <a:pt x="103965" y="32718"/>
                  </a:lnTo>
                  <a:lnTo>
                    <a:pt x="103965" y="287226"/>
                  </a:lnTo>
                  <a:lnTo>
                    <a:pt x="68199" y="287226"/>
                  </a:lnTo>
                  <a:lnTo>
                    <a:pt x="68199" y="32718"/>
                  </a:lnTo>
                  <a:lnTo>
                    <a:pt x="0" y="327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>
                <a:latin typeface="Muli" panose="02000503000000000000" pitchFamily="2" charset="0"/>
              </a:endParaRPr>
            </a:p>
          </p:txBody>
        </p:sp>
        <p:sp>
          <p:nvSpPr>
            <p:cNvPr id="51" name="手繪多邊形 41">
              <a:extLst>
                <a:ext uri="{FF2B5EF4-FFF2-40B4-BE49-F238E27FC236}">
                  <a16:creationId xmlns:a16="http://schemas.microsoft.com/office/drawing/2014/main" id="{A5D69DEB-400D-D123-72B3-5355A79DB920}"/>
                </a:ext>
              </a:extLst>
            </p:cNvPr>
            <p:cNvSpPr/>
            <p:nvPr/>
          </p:nvSpPr>
          <p:spPr>
            <a:xfrm>
              <a:off x="3344527" y="2265572"/>
              <a:ext cx="375046" cy="517007"/>
            </a:xfrm>
            <a:custGeom>
              <a:avLst/>
              <a:gdLst/>
              <a:ahLst/>
              <a:cxnLst/>
              <a:rect l="l" t="t" r="r" b="b"/>
              <a:pathLst>
                <a:path w="208359" h="287226">
                  <a:moveTo>
                    <a:pt x="0" y="0"/>
                  </a:moveTo>
                  <a:lnTo>
                    <a:pt x="35766" y="0"/>
                  </a:lnTo>
                  <a:lnTo>
                    <a:pt x="35766" y="115824"/>
                  </a:lnTo>
                  <a:lnTo>
                    <a:pt x="172593" y="115824"/>
                  </a:lnTo>
                  <a:lnTo>
                    <a:pt x="172593" y="0"/>
                  </a:lnTo>
                  <a:lnTo>
                    <a:pt x="208359" y="0"/>
                  </a:lnTo>
                  <a:lnTo>
                    <a:pt x="208359" y="287226"/>
                  </a:lnTo>
                  <a:lnTo>
                    <a:pt x="172593" y="287226"/>
                  </a:lnTo>
                  <a:lnTo>
                    <a:pt x="172593" y="149304"/>
                  </a:lnTo>
                  <a:lnTo>
                    <a:pt x="35766" y="149304"/>
                  </a:lnTo>
                  <a:lnTo>
                    <a:pt x="35766" y="287226"/>
                  </a:lnTo>
                  <a:lnTo>
                    <a:pt x="0" y="2872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>
                <a:latin typeface="Muli" panose="02000503000000000000" pitchFamily="2" charset="0"/>
              </a:endParaRPr>
            </a:p>
          </p:txBody>
        </p:sp>
        <p:sp>
          <p:nvSpPr>
            <p:cNvPr id="52" name="手繪多邊形 42">
              <a:extLst>
                <a:ext uri="{FF2B5EF4-FFF2-40B4-BE49-F238E27FC236}">
                  <a16:creationId xmlns:a16="http://schemas.microsoft.com/office/drawing/2014/main" id="{9F82AB03-0861-22E3-207E-3C1014A4C9E1}"/>
                </a:ext>
              </a:extLst>
            </p:cNvPr>
            <p:cNvSpPr/>
            <p:nvPr/>
          </p:nvSpPr>
          <p:spPr>
            <a:xfrm>
              <a:off x="3812929" y="2265572"/>
              <a:ext cx="277663" cy="517007"/>
            </a:xfrm>
            <a:custGeom>
              <a:avLst/>
              <a:gdLst/>
              <a:ahLst/>
              <a:cxnLst/>
              <a:rect l="l" t="t" r="r" b="b"/>
              <a:pathLst>
                <a:path w="154257" h="287226">
                  <a:moveTo>
                    <a:pt x="0" y="0"/>
                  </a:moveTo>
                  <a:lnTo>
                    <a:pt x="154257" y="0"/>
                  </a:lnTo>
                  <a:lnTo>
                    <a:pt x="154257" y="32718"/>
                  </a:lnTo>
                  <a:lnTo>
                    <a:pt x="35766" y="32718"/>
                  </a:lnTo>
                  <a:lnTo>
                    <a:pt x="35766" y="113157"/>
                  </a:lnTo>
                  <a:lnTo>
                    <a:pt x="150828" y="113157"/>
                  </a:lnTo>
                  <a:lnTo>
                    <a:pt x="150828" y="145875"/>
                  </a:lnTo>
                  <a:lnTo>
                    <a:pt x="35766" y="145875"/>
                  </a:lnTo>
                  <a:lnTo>
                    <a:pt x="35766" y="254508"/>
                  </a:lnTo>
                  <a:lnTo>
                    <a:pt x="154257" y="254508"/>
                  </a:lnTo>
                  <a:lnTo>
                    <a:pt x="154257" y="287226"/>
                  </a:lnTo>
                  <a:lnTo>
                    <a:pt x="0" y="2872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>
                <a:latin typeface="Muli" panose="02000503000000000000" pitchFamily="2" charset="0"/>
              </a:endParaRPr>
            </a:p>
          </p:txBody>
        </p:sp>
        <p:sp>
          <p:nvSpPr>
            <p:cNvPr id="53" name="手繪多邊形 43">
              <a:extLst>
                <a:ext uri="{FF2B5EF4-FFF2-40B4-BE49-F238E27FC236}">
                  <a16:creationId xmlns:a16="http://schemas.microsoft.com/office/drawing/2014/main" id="{8C03E0C8-590D-D287-EA23-283226757276}"/>
                </a:ext>
              </a:extLst>
            </p:cNvPr>
            <p:cNvSpPr/>
            <p:nvPr/>
          </p:nvSpPr>
          <p:spPr>
            <a:xfrm>
              <a:off x="4356082" y="2265572"/>
              <a:ext cx="375046" cy="517007"/>
            </a:xfrm>
            <a:custGeom>
              <a:avLst/>
              <a:gdLst/>
              <a:ahLst/>
              <a:cxnLst/>
              <a:rect l="l" t="t" r="r" b="b"/>
              <a:pathLst>
                <a:path w="208359" h="287226">
                  <a:moveTo>
                    <a:pt x="0" y="0"/>
                  </a:moveTo>
                  <a:lnTo>
                    <a:pt x="35766" y="0"/>
                  </a:lnTo>
                  <a:lnTo>
                    <a:pt x="35766" y="115824"/>
                  </a:lnTo>
                  <a:lnTo>
                    <a:pt x="172593" y="115824"/>
                  </a:lnTo>
                  <a:lnTo>
                    <a:pt x="172593" y="0"/>
                  </a:lnTo>
                  <a:lnTo>
                    <a:pt x="208359" y="0"/>
                  </a:lnTo>
                  <a:lnTo>
                    <a:pt x="208359" y="287226"/>
                  </a:lnTo>
                  <a:lnTo>
                    <a:pt x="172593" y="287226"/>
                  </a:lnTo>
                  <a:lnTo>
                    <a:pt x="172593" y="149304"/>
                  </a:lnTo>
                  <a:lnTo>
                    <a:pt x="35766" y="149304"/>
                  </a:lnTo>
                  <a:lnTo>
                    <a:pt x="35766" y="287226"/>
                  </a:lnTo>
                  <a:lnTo>
                    <a:pt x="0" y="2872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>
                <a:latin typeface="Muli" panose="02000503000000000000" pitchFamily="2" charset="0"/>
              </a:endParaRPr>
            </a:p>
          </p:txBody>
        </p:sp>
        <p:sp>
          <p:nvSpPr>
            <p:cNvPr id="54" name="手繪多邊形 44">
              <a:extLst>
                <a:ext uri="{FF2B5EF4-FFF2-40B4-BE49-F238E27FC236}">
                  <a16:creationId xmlns:a16="http://schemas.microsoft.com/office/drawing/2014/main" id="{B706255B-C672-0755-27A0-DAC3C3B2571C}"/>
                </a:ext>
              </a:extLst>
            </p:cNvPr>
            <p:cNvSpPr/>
            <p:nvPr/>
          </p:nvSpPr>
          <p:spPr>
            <a:xfrm>
              <a:off x="6676144" y="2265572"/>
              <a:ext cx="372303" cy="517007"/>
            </a:xfrm>
            <a:custGeom>
              <a:avLst/>
              <a:gdLst/>
              <a:ahLst/>
              <a:cxnLst/>
              <a:rect l="l" t="t" r="r" b="b"/>
              <a:pathLst>
                <a:path w="206835" h="287226">
                  <a:moveTo>
                    <a:pt x="0" y="0"/>
                  </a:moveTo>
                  <a:lnTo>
                    <a:pt x="35766" y="0"/>
                  </a:lnTo>
                  <a:lnTo>
                    <a:pt x="35766" y="124567"/>
                  </a:lnTo>
                  <a:lnTo>
                    <a:pt x="157686" y="0"/>
                  </a:lnTo>
                  <a:lnTo>
                    <a:pt x="204549" y="0"/>
                  </a:lnTo>
                  <a:lnTo>
                    <a:pt x="75390" y="129138"/>
                  </a:lnTo>
                  <a:lnTo>
                    <a:pt x="206835" y="287226"/>
                  </a:lnTo>
                  <a:lnTo>
                    <a:pt x="158448" y="287226"/>
                  </a:lnTo>
                  <a:lnTo>
                    <a:pt x="50244" y="153518"/>
                  </a:lnTo>
                  <a:lnTo>
                    <a:pt x="35766" y="167231"/>
                  </a:lnTo>
                  <a:lnTo>
                    <a:pt x="35766" y="287226"/>
                  </a:lnTo>
                  <a:lnTo>
                    <a:pt x="0" y="2872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>
                <a:latin typeface="Muli" panose="02000503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6316124"/>
      </p:ext>
    </p:extLst>
  </p:cSld>
  <p:clrMapOvr>
    <a:masterClrMapping/>
  </p:clrMapOvr>
  <p:hf sldNum="0" hdr="0" ftr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Holder 2">
            <a:extLst>
              <a:ext uri="{FF2B5EF4-FFF2-40B4-BE49-F238E27FC236}">
                <a16:creationId xmlns:a16="http://schemas.microsoft.com/office/drawing/2014/main" id="{D6141B91-30B6-1AAB-4660-ECD0407C9A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289050" y="179388"/>
            <a:ext cx="10487025" cy="81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endParaRPr lang="en-US" altLang="en-US"/>
          </a:p>
        </p:txBody>
      </p:sp>
      <p:sp>
        <p:nvSpPr>
          <p:cNvPr id="1029" name="Holder 3">
            <a:extLst>
              <a:ext uri="{FF2B5EF4-FFF2-40B4-BE49-F238E27FC236}">
                <a16:creationId xmlns:a16="http://schemas.microsoft.com/office/drawing/2014/main" id="{8B7E6A70-ECE1-92C9-B199-26C7C6501E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577975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endParaRPr lang="en-US" altLang="en-US"/>
          </a:p>
        </p:txBody>
      </p:sp>
      <p:sp>
        <p:nvSpPr>
          <p:cNvPr id="4" name="Holder 4">
            <a:extLst>
              <a:ext uri="{FF2B5EF4-FFF2-40B4-BE49-F238E27FC236}">
                <a16:creationId xmlns:a16="http://schemas.microsoft.com/office/drawing/2014/main" id="{DC292E99-16A6-2F89-F6A6-BFAA6ACBB59B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401638" y="6472238"/>
            <a:ext cx="1885950" cy="1384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12700" eaLnBrk="1" fontAlgn="auto" hangingPunct="1">
              <a:spcBef>
                <a:spcPts val="160"/>
              </a:spcBef>
              <a:spcAft>
                <a:spcPts val="0"/>
              </a:spcAft>
              <a:defRPr sz="900" b="0" i="0" kern="0" dirty="0">
                <a:solidFill>
                  <a:srgbClr val="041E42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 spc="30" dirty="0"/>
          </a:p>
        </p:txBody>
      </p:sp>
      <p:sp>
        <p:nvSpPr>
          <p:cNvPr id="6" name="Holder 6">
            <a:extLst>
              <a:ext uri="{FF2B5EF4-FFF2-40B4-BE49-F238E27FC236}">
                <a16:creationId xmlns:a16="http://schemas.microsoft.com/office/drawing/2014/main" id="{92C11FE1-03F1-F415-81F6-D05F795B48D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>
          <a:xfrm>
            <a:off x="9296400" y="6378575"/>
            <a:ext cx="2803525" cy="342900"/>
          </a:xfrm>
          <a:prstGeom prst="rect">
            <a:avLst/>
          </a:prstGeom>
          <a:ln/>
        </p:spPr>
        <p:txBody>
          <a:bodyPr/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fld id="{958630B5-0F5A-467F-90CF-7BAA2DDE5D76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5" r:id="rId2"/>
    <p:sldLayoutId id="2147483668" r:id="rId3"/>
    <p:sldLayoutId id="2147483671" r:id="rId4"/>
    <p:sldLayoutId id="2147483672" r:id="rId5"/>
    <p:sldLayoutId id="2147483669" r:id="rId6"/>
    <p:sldLayoutId id="2147483670" r:id="rId7"/>
    <p:sldLayoutId id="2147483679" r:id="rId8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>
          <a:solidFill>
            <a:schemeClr val="tx2"/>
          </a:solidFill>
          <a:latin typeface="Calibri" panose="020F050202020403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>
          <a:solidFill>
            <a:schemeClr val="tx2"/>
          </a:solidFill>
          <a:latin typeface="Calibri" panose="020F050202020403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>
          <a:solidFill>
            <a:schemeClr val="tx2"/>
          </a:solidFill>
          <a:latin typeface="Calibri" panose="020F050202020403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>
          <a:solidFill>
            <a:schemeClr val="tx2"/>
          </a:solidFill>
          <a:latin typeface="Calibri" panose="020F0502020204030204" pitchFamily="34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>
          <a:solidFill>
            <a:schemeClr val="tx2"/>
          </a:solidFill>
          <a:latin typeface="Calibri" panose="020F0502020204030204" pitchFamily="34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>
          <a:solidFill>
            <a:schemeClr val="tx2"/>
          </a:solidFill>
          <a:latin typeface="Calibri" panose="020F0502020204030204" pitchFamily="34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>
          <a:solidFill>
            <a:schemeClr val="tx2"/>
          </a:solidFill>
          <a:latin typeface="Calibri" panose="020F0502020204030204" pitchFamily="34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>
          <a:solidFill>
            <a:schemeClr val="tx2"/>
          </a:solidFill>
          <a:latin typeface="Calibri" panose="020F0502020204030204" pitchFamily="34" charset="0"/>
        </a:defRPr>
      </a:lvl9pPr>
    </p:titleStyle>
    <p:bodyStyle>
      <a:lvl1pPr algn="l" rtl="0" eaLnBrk="0" fontAlgn="base" hangingPunct="0">
        <a:spcBef>
          <a:spcPct val="20000"/>
        </a:spcBef>
        <a:spcAft>
          <a:spcPct val="0"/>
        </a:spcAft>
        <a:defRPr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0" fontAlgn="base" hangingPunct="0">
        <a:spcBef>
          <a:spcPct val="20000"/>
        </a:spcBef>
        <a:spcAft>
          <a:spcPct val="0"/>
        </a:spcAft>
        <a:defRPr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0" fontAlgn="base" hangingPunct="0">
        <a:spcBef>
          <a:spcPct val="20000"/>
        </a:spcBef>
        <a:spcAft>
          <a:spcPct val="0"/>
        </a:spcAft>
        <a:defRPr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0" fontAlgn="base" hangingPunct="0">
        <a:spcBef>
          <a:spcPct val="20000"/>
        </a:spcBef>
        <a:spcAft>
          <a:spcPct val="0"/>
        </a:spcAft>
        <a:defRPr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0" fontAlgn="base" hangingPunct="0">
        <a:spcBef>
          <a:spcPct val="20000"/>
        </a:spcBef>
        <a:spcAft>
          <a:spcPct val="0"/>
        </a:spcAft>
        <a:defRPr>
          <a:solidFill>
            <a:schemeClr val="tx1"/>
          </a:solidFill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2.jpg"/><Relationship Id="rId5" Type="http://schemas.openxmlformats.org/officeDocument/2006/relationships/image" Target="../media/image11.jpg"/><Relationship Id="rId4" Type="http://schemas.openxmlformats.org/officeDocument/2006/relationships/image" Target="../media/image10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hyperlink" Target="https://colab.research.google.com/" TargetMode="External"/><Relationship Id="rId3" Type="http://schemas.openxmlformats.org/officeDocument/2006/relationships/image" Target="../media/image26.png"/><Relationship Id="rId7" Type="http://schemas.openxmlformats.org/officeDocument/2006/relationships/hyperlink" Target="https://docs.opencv.org/5.0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6" Type="http://schemas.openxmlformats.org/officeDocument/2006/relationships/hyperlink" Target="https://docs.ultralytics.com/" TargetMode="External"/><Relationship Id="rId5" Type="http://schemas.openxmlformats.org/officeDocument/2006/relationships/hyperlink" Target="https://github.com/yantaolab/Autonomous-Construction-and-Robotics/tree/main/Projects/Project%2003%20Construction%20Tool%20Classification" TargetMode="External"/><Relationship Id="rId4" Type="http://schemas.openxmlformats.org/officeDocument/2006/relationships/hyperlink" Target="https://github.com/yantaolab/Autonomous-Construction-and" TargetMode="Externa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7428D2-FF48-8F18-1522-F1EA5C2BC16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0" y="3157614"/>
            <a:ext cx="12192000" cy="492443"/>
          </a:xfrm>
        </p:spPr>
        <p:txBody>
          <a:bodyPr/>
          <a:lstStyle/>
          <a:p>
            <a:r>
              <a:rPr lang="en-US" altLang="zh-TW" sz="3200" dirty="0">
                <a:solidFill>
                  <a:srgbClr val="FFFFFF"/>
                </a:solidFill>
                <a:latin typeface="Arial" panose="020B0604020202020204" pitchFamily="34" charset="0"/>
                <a:ea typeface="Arial Unicode MS" panose="020B0604020202020204" pitchFamily="34" charset="-122"/>
              </a:rPr>
              <a:t>Assignment 3 tutorial: </a:t>
            </a:r>
            <a:r>
              <a:rPr lang="en-US" altLang="zh-CN" sz="3200" dirty="0">
                <a:solidFill>
                  <a:srgbClr val="FFFFFF"/>
                </a:solidFill>
                <a:latin typeface="Arial" panose="020B0604020202020204" pitchFamily="34" charset="0"/>
                <a:ea typeface="Arial Unicode MS" panose="020B0604020202020204" pitchFamily="34" charset="-122"/>
              </a:rPr>
              <a:t>Construction tools detection</a:t>
            </a:r>
            <a:endParaRPr lang="en-HK" altLang="zh-TW" sz="3200" dirty="0">
              <a:solidFill>
                <a:srgbClr val="FFFFFF"/>
              </a:solidFill>
              <a:latin typeface="Arial" panose="020B0604020202020204" pitchFamily="34" charset="0"/>
              <a:ea typeface="Arial Unicode MS" panose="020B0604020202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8A0AA75-46A8-2104-2858-9EFDFBB4243A}"/>
              </a:ext>
            </a:extLst>
          </p:cNvPr>
          <p:cNvSpPr txBox="1"/>
          <p:nvPr/>
        </p:nvSpPr>
        <p:spPr>
          <a:xfrm>
            <a:off x="1295401" y="2303381"/>
            <a:ext cx="963517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rgbClr val="FFC000"/>
                </a:solidFill>
              </a:rPr>
              <a:t>CIVL4210 Advanced Construction with AI and Robotics</a:t>
            </a:r>
            <a:endParaRPr lang="zh-CN" altLang="en-US" sz="2800" b="1" dirty="0">
              <a:solidFill>
                <a:srgbClr val="FFC000"/>
              </a:solidFill>
            </a:endParaRP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D1E6B66E-6AC3-4150-0B5D-D6D3C93F841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76250" y="4749800"/>
            <a:ext cx="10990263" cy="1316038"/>
          </a:xfrm>
        </p:spPr>
        <p:txBody>
          <a:bodyPr>
            <a:noAutofit/>
          </a:bodyPr>
          <a:lstStyle/>
          <a:p>
            <a:r>
              <a:rPr lang="en-US" altLang="zh-CN" sz="2000" dirty="0">
                <a:latin typeface="Arial" panose="020B0604020202020204"/>
              </a:rPr>
              <a:t>Instructor: </a:t>
            </a:r>
            <a:r>
              <a:rPr lang="en-US" sz="2000" dirty="0">
                <a:latin typeface="Arial" panose="020B0604020202020204"/>
              </a:rPr>
              <a:t>Prof. YU, </a:t>
            </a:r>
            <a:r>
              <a:rPr lang="en-US" sz="2000" dirty="0" err="1">
                <a:latin typeface="Arial" panose="020B0604020202020204"/>
              </a:rPr>
              <a:t>Yantao</a:t>
            </a:r>
            <a:endParaRPr lang="en-US" sz="2000" dirty="0">
              <a:latin typeface="Arial" panose="020B0604020202020204"/>
            </a:endParaRPr>
          </a:p>
          <a:p>
            <a:r>
              <a:rPr lang="en-US" sz="2000" dirty="0">
                <a:latin typeface="Arial" panose="020B0604020202020204"/>
              </a:rPr>
              <a:t>Department of Civil and Environmental Engineering</a:t>
            </a:r>
          </a:p>
          <a:p>
            <a:r>
              <a:rPr lang="en-US" sz="2000" dirty="0">
                <a:latin typeface="Arial" panose="020B0604020202020204"/>
              </a:rPr>
              <a:t>The Hong Kong University of Science and Technology</a:t>
            </a:r>
          </a:p>
        </p:txBody>
      </p:sp>
    </p:spTree>
    <p:extLst>
      <p:ext uri="{BB962C8B-B14F-4D97-AF65-F5344CB8AC3E}">
        <p14:creationId xmlns:p14="http://schemas.microsoft.com/office/powerpoint/2010/main" val="3866138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58A520D-C7D8-61B6-D8E7-4FFE997C889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4114" y="97816"/>
            <a:ext cx="8332549" cy="492443"/>
          </a:xfrm>
        </p:spPr>
        <p:txBody>
          <a:bodyPr/>
          <a:lstStyle/>
          <a:p>
            <a:r>
              <a:rPr lang="en-HK" sz="3200" dirty="0">
                <a:latin typeface="Arial" panose="020B0604020202020204" pitchFamily="34" charset="0"/>
                <a:cs typeface="Arial" panose="020B0604020202020204" pitchFamily="34" charset="0"/>
              </a:rPr>
              <a:t>1. Introduction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4DC613-59E9-3636-4BE9-67F66D180C5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1059585"/>
            <a:ext cx="12192000" cy="664797"/>
          </a:xfrm>
        </p:spPr>
        <p:txBody>
          <a:bodyPr/>
          <a:lstStyle/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Why Object Detection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？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1600" b="0" dirty="0">
                <a:latin typeface="Arial" panose="020B0604020202020204" pitchFamily="34" charset="0"/>
                <a:cs typeface="Arial" panose="020B0604020202020204" pitchFamily="34" charset="0"/>
              </a:rPr>
              <a:t>Moving beyond simple classification to spatial awareness</a:t>
            </a:r>
          </a:p>
        </p:txBody>
      </p:sp>
      <p:sp>
        <p:nvSpPr>
          <p:cNvPr id="3" name="Text 3">
            <a:extLst>
              <a:ext uri="{FF2B5EF4-FFF2-40B4-BE49-F238E27FC236}">
                <a16:creationId xmlns:a16="http://schemas.microsoft.com/office/drawing/2014/main" id="{83FCB5F8-A713-F403-7857-AD805A5CAA09}"/>
              </a:ext>
            </a:extLst>
          </p:cNvPr>
          <p:cNvSpPr/>
          <p:nvPr/>
        </p:nvSpPr>
        <p:spPr>
          <a:xfrm>
            <a:off x="1371600" y="2013921"/>
            <a:ext cx="4267200" cy="356592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ctr" fontAlgn="ctr">
              <a:lnSpc>
                <a:spcPts val="2808"/>
              </a:lnSpc>
            </a:pPr>
            <a:r>
              <a:rPr lang="en-US" sz="2400" b="1" dirty="0">
                <a:ea typeface="微软雅黑" panose="020B0503020204020204" pitchFamily="34" charset="-122"/>
                <a:cs typeface="Arial" panose="020B0604020202020204" pitchFamily="34" charset="0"/>
              </a:rPr>
              <a:t>Classification: What is it?</a:t>
            </a:r>
          </a:p>
        </p:txBody>
      </p:sp>
      <p:pic>
        <p:nvPicPr>
          <p:cNvPr id="16" name="Image 0" descr="A single icon representing a dog or cat inside a square frame.">
            <a:extLst>
              <a:ext uri="{FF2B5EF4-FFF2-40B4-BE49-F238E27FC236}">
                <a16:creationId xmlns:a16="http://schemas.microsoft.com/office/drawing/2014/main" id="{C956B272-21C2-CFF0-11D5-F6F52F7D7A3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804" b="13804"/>
          <a:stretch/>
        </p:blipFill>
        <p:spPr>
          <a:xfrm>
            <a:off x="1464526" y="2472489"/>
            <a:ext cx="4174274" cy="3021850"/>
          </a:xfrm>
          <a:prstGeom prst="rect">
            <a:avLst/>
          </a:prstGeom>
        </p:spPr>
      </p:pic>
      <p:sp>
        <p:nvSpPr>
          <p:cNvPr id="17" name="Text 6">
            <a:extLst>
              <a:ext uri="{FF2B5EF4-FFF2-40B4-BE49-F238E27FC236}">
                <a16:creationId xmlns:a16="http://schemas.microsoft.com/office/drawing/2014/main" id="{487E1EF7-46C7-1031-0973-827D9A40FE57}"/>
              </a:ext>
            </a:extLst>
          </p:cNvPr>
          <p:cNvSpPr/>
          <p:nvPr/>
        </p:nvSpPr>
        <p:spPr>
          <a:xfrm>
            <a:off x="1626386" y="5698291"/>
            <a:ext cx="4020803" cy="70321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ctr" fontAlgn="ctr">
              <a:lnSpc>
                <a:spcPts val="1847"/>
              </a:lnSpc>
            </a:pPr>
            <a:r>
              <a:rPr lang="en-US" sz="1600" dirty="0">
                <a:ea typeface="微软雅黑" panose="020B0503020204020204" pitchFamily="34" charset="-122"/>
                <a:cs typeface="Arial" panose="020B0604020202020204" pitchFamily="34" charset="0"/>
              </a:rPr>
              <a:t>Assigns a single label to an entire image,</a:t>
            </a:r>
            <a:br>
              <a:rPr lang="en-US" sz="1600" dirty="0">
                <a:ea typeface="微软雅黑" panose="020B0503020204020204" pitchFamily="34" charset="-122"/>
                <a:cs typeface="Arial" panose="020B0604020202020204" pitchFamily="34" charset="0"/>
              </a:rPr>
            </a:br>
            <a:r>
              <a:rPr lang="en-US" sz="1600" dirty="0">
                <a:ea typeface="微软雅黑" panose="020B0503020204020204" pitchFamily="34" charset="-122"/>
                <a:cs typeface="Arial" panose="020B0604020202020204" pitchFamily="34" charset="0"/>
              </a:rPr>
              <a:t>ignoring spatial coordinates. Ideal for simple</a:t>
            </a:r>
            <a:br>
              <a:rPr lang="en-US" sz="1600" dirty="0">
                <a:ea typeface="微软雅黑" panose="020B0503020204020204" pitchFamily="34" charset="-122"/>
                <a:cs typeface="Arial" panose="020B0604020202020204" pitchFamily="34" charset="0"/>
              </a:rPr>
            </a:br>
            <a:r>
              <a:rPr lang="en-US" sz="1600" dirty="0">
                <a:ea typeface="微软雅黑" panose="020B0503020204020204" pitchFamily="34" charset="-122"/>
                <a:cs typeface="Arial" panose="020B0604020202020204" pitchFamily="34" charset="0"/>
              </a:rPr>
              <a:t>categorization tasks like identifying animals.</a:t>
            </a:r>
          </a:p>
        </p:txBody>
      </p:sp>
      <p:pic>
        <p:nvPicPr>
          <p:cNvPr id="19" name="Image 1" descr="A photograph of a street scene with bounding boxes drawn around cars, pedestrians, and cyclists.">
            <a:extLst>
              <a:ext uri="{FF2B5EF4-FFF2-40B4-BE49-F238E27FC236}">
                <a16:creationId xmlns:a16="http://schemas.microsoft.com/office/drawing/2014/main" id="{1AA3A4D5-4E69-1999-13D1-9163D45963A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3804" b="13804"/>
          <a:stretch/>
        </p:blipFill>
        <p:spPr>
          <a:xfrm>
            <a:off x="6417125" y="2472489"/>
            <a:ext cx="4174274" cy="3021850"/>
          </a:xfrm>
          <a:prstGeom prst="rect">
            <a:avLst/>
          </a:prstGeom>
        </p:spPr>
      </p:pic>
      <p:sp>
        <p:nvSpPr>
          <p:cNvPr id="21" name="Text 3">
            <a:extLst>
              <a:ext uri="{FF2B5EF4-FFF2-40B4-BE49-F238E27FC236}">
                <a16:creationId xmlns:a16="http://schemas.microsoft.com/office/drawing/2014/main" id="{95C2A5FD-6437-2BBE-4113-0BAD230B35FA}"/>
              </a:ext>
            </a:extLst>
          </p:cNvPr>
          <p:cNvSpPr/>
          <p:nvPr/>
        </p:nvSpPr>
        <p:spPr>
          <a:xfrm>
            <a:off x="6417125" y="2013921"/>
            <a:ext cx="4174274" cy="356592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ctr" fontAlgn="ctr">
              <a:lnSpc>
                <a:spcPts val="2808"/>
              </a:lnSpc>
            </a:pPr>
            <a:r>
              <a:rPr lang="en-US" sz="2400" b="1" dirty="0">
                <a:ea typeface="微软雅黑" panose="020B0503020204020204" pitchFamily="34" charset="-122"/>
                <a:cs typeface="Arial" panose="020B0604020202020204" pitchFamily="34" charset="0"/>
              </a:rPr>
              <a:t>Detection: What and Where?</a:t>
            </a:r>
          </a:p>
        </p:txBody>
      </p:sp>
      <p:sp>
        <p:nvSpPr>
          <p:cNvPr id="23" name="Text 6">
            <a:extLst>
              <a:ext uri="{FF2B5EF4-FFF2-40B4-BE49-F238E27FC236}">
                <a16:creationId xmlns:a16="http://schemas.microsoft.com/office/drawing/2014/main" id="{BEB6F3DE-95B8-7CAA-1BDC-8ABE6CA50480}"/>
              </a:ext>
            </a:extLst>
          </p:cNvPr>
          <p:cNvSpPr/>
          <p:nvPr/>
        </p:nvSpPr>
        <p:spPr>
          <a:xfrm>
            <a:off x="6417126" y="5698291"/>
            <a:ext cx="4250874" cy="70321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ctr" fontAlgn="ctr">
              <a:lnSpc>
                <a:spcPts val="1847"/>
              </a:lnSpc>
            </a:pPr>
            <a:r>
              <a:rPr lang="en-US" sz="1600" dirty="0">
                <a:ea typeface="微软雅黑" panose="020B0503020204020204" pitchFamily="34" charset="-122"/>
                <a:cs typeface="Arial" panose="020B0604020202020204" pitchFamily="34" charset="0"/>
              </a:rPr>
              <a:t>Identifies multiple objects per frame and</a:t>
            </a:r>
            <a:br>
              <a:rPr lang="en-US" sz="1600" dirty="0">
                <a:ea typeface="微软雅黑" panose="020B0503020204020204" pitchFamily="34" charset="-122"/>
                <a:cs typeface="Arial" panose="020B0604020202020204" pitchFamily="34" charset="0"/>
              </a:rPr>
            </a:br>
            <a:r>
              <a:rPr lang="en-US" sz="1600" dirty="0">
                <a:ea typeface="微软雅黑" panose="020B0503020204020204" pitchFamily="34" charset="-122"/>
                <a:cs typeface="Arial" panose="020B0604020202020204" pitchFamily="34" charset="0"/>
              </a:rPr>
              <a:t>provides precise bounding box coordinates,</a:t>
            </a:r>
            <a:br>
              <a:rPr lang="en-US" sz="1600" dirty="0">
                <a:ea typeface="微软雅黑" panose="020B0503020204020204" pitchFamily="34" charset="-122"/>
                <a:cs typeface="Arial" panose="020B0604020202020204" pitchFamily="34" charset="0"/>
              </a:rPr>
            </a:br>
            <a:r>
              <a:rPr lang="en-US" sz="1600" dirty="0">
                <a:ea typeface="微软雅黑" panose="020B0503020204020204" pitchFamily="34" charset="-122"/>
                <a:cs typeface="Arial" panose="020B0604020202020204" pitchFamily="34" charset="0"/>
              </a:rPr>
              <a:t>essential for spatial awareness.</a:t>
            </a:r>
          </a:p>
        </p:txBody>
      </p:sp>
    </p:spTree>
    <p:extLst>
      <p:ext uri="{BB962C8B-B14F-4D97-AF65-F5344CB8AC3E}">
        <p14:creationId xmlns:p14="http://schemas.microsoft.com/office/powerpoint/2010/main" val="19510957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BF3C7A-2972-EE32-75DE-6908DDDC7C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B3BC3CE-6F2C-A3C4-8728-67788506FDA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4114" y="97816"/>
            <a:ext cx="8332549" cy="492443"/>
          </a:xfrm>
        </p:spPr>
        <p:txBody>
          <a:bodyPr/>
          <a:lstStyle/>
          <a:p>
            <a:r>
              <a:rPr lang="en-HK" sz="3200" dirty="0">
                <a:latin typeface="Arial" panose="020B0604020202020204" pitchFamily="34" charset="0"/>
                <a:cs typeface="Arial" panose="020B0604020202020204" pitchFamily="34" charset="0"/>
              </a:rPr>
              <a:t>1. Introduction</a:t>
            </a:r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660177D5-D561-6D40-5C52-98F31046397C}"/>
              </a:ext>
            </a:extLst>
          </p:cNvPr>
          <p:cNvSpPr/>
          <p:nvPr/>
        </p:nvSpPr>
        <p:spPr>
          <a:xfrm>
            <a:off x="304800" y="1143000"/>
            <a:ext cx="5252605" cy="1097161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l" fontAlgn="ctr">
              <a:spcBef>
                <a:spcPts val="1851"/>
              </a:spcBef>
            </a:pPr>
            <a:r>
              <a:rPr lang="en-US" sz="2400" b="1" dirty="0">
                <a:ea typeface="微软雅黑" panose="020B0503020204020204" pitchFamily="34" charset="-122"/>
                <a:cs typeface="Arial" panose="020B0604020202020204" pitchFamily="34" charset="0"/>
              </a:rPr>
              <a:t>Understanding Object Detection</a:t>
            </a:r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DDF98134-3C79-6EE2-C389-C132E389F800}"/>
              </a:ext>
            </a:extLst>
          </p:cNvPr>
          <p:cNvSpPr/>
          <p:nvPr/>
        </p:nvSpPr>
        <p:spPr>
          <a:xfrm>
            <a:off x="304800" y="2220219"/>
            <a:ext cx="5572988" cy="3494781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marL="241300" indent="-241300" algn="l" fontAlgn="ctr">
              <a:lnSpc>
                <a:spcPts val="1901"/>
              </a:lnSpc>
              <a:spcBef>
                <a:spcPts val="1335"/>
              </a:spcBef>
              <a:buClr>
                <a:srgbClr val="22AAEE"/>
              </a:buClr>
              <a:buSzPct val="120000"/>
              <a:buChar char="•"/>
            </a:pPr>
            <a:r>
              <a:rPr lang="en-US" sz="1600" b="1" dirty="0">
                <a:ea typeface="微软雅黑" panose="020B0503020204020204" pitchFamily="34" charset="-122"/>
                <a:cs typeface="Arial" panose="020B0604020202020204" pitchFamily="34" charset="0"/>
              </a:rPr>
              <a:t>Object Category (Label)</a:t>
            </a:r>
            <a:r>
              <a:rPr lang="en-US" sz="1600" dirty="0">
                <a:ea typeface="微软雅黑" panose="020B0503020204020204" pitchFamily="34" charset="-122"/>
                <a:cs typeface="Arial" panose="020B0604020202020204" pitchFamily="34" charset="0"/>
              </a:rPr>
              <a:t>: Identifies the class of the</a:t>
            </a:r>
            <a:br>
              <a:rPr lang="en-US" sz="1600" dirty="0">
                <a:ea typeface="微软雅黑" panose="020B0503020204020204" pitchFamily="34" charset="-122"/>
                <a:cs typeface="Arial" panose="020B0604020202020204" pitchFamily="34" charset="0"/>
              </a:rPr>
            </a:br>
            <a:r>
              <a:rPr lang="en-US" sz="1600" dirty="0">
                <a:ea typeface="微软雅黑" panose="020B0503020204020204" pitchFamily="34" charset="-122"/>
                <a:cs typeface="Arial" panose="020B0604020202020204" pitchFamily="34" charset="0"/>
              </a:rPr>
              <a:t>detected object (e.g., car, person, stop sign).</a:t>
            </a:r>
          </a:p>
          <a:p>
            <a:pPr marL="241300" indent="-241300" algn="l" fontAlgn="ctr">
              <a:lnSpc>
                <a:spcPts val="1901"/>
              </a:lnSpc>
              <a:spcBef>
                <a:spcPts val="1800"/>
              </a:spcBef>
              <a:buClr>
                <a:srgbClr val="22AAEE"/>
              </a:buClr>
              <a:buSzPct val="120000"/>
              <a:buChar char="•"/>
            </a:pPr>
            <a:r>
              <a:rPr lang="en-US" sz="1600" b="1" dirty="0">
                <a:ea typeface="微软雅黑" panose="020B0503020204020204" pitchFamily="34" charset="-122"/>
                <a:cs typeface="Arial" panose="020B0604020202020204" pitchFamily="34" charset="0"/>
              </a:rPr>
              <a:t>Bounding Box (Coordinates)</a:t>
            </a:r>
            <a:r>
              <a:rPr lang="en-US" sz="1600" dirty="0">
                <a:ea typeface="微软雅黑" panose="020B0503020204020204" pitchFamily="34" charset="-122"/>
                <a:cs typeface="Arial" panose="020B0604020202020204" pitchFamily="34" charset="0"/>
              </a:rPr>
              <a:t>: Defines the spatial location</a:t>
            </a:r>
            <a:br>
              <a:rPr lang="en-US" sz="1600" dirty="0">
                <a:ea typeface="微软雅黑" panose="020B0503020204020204" pitchFamily="34" charset="-122"/>
                <a:cs typeface="Arial" panose="020B0604020202020204" pitchFamily="34" charset="0"/>
              </a:rPr>
            </a:br>
            <a:r>
              <a:rPr lang="en-US" sz="1600" dirty="0">
                <a:ea typeface="微软雅黑" panose="020B0503020204020204" pitchFamily="34" charset="-122"/>
                <a:cs typeface="Arial" panose="020B0604020202020204" pitchFamily="34" charset="0"/>
              </a:rPr>
              <a:t>of the object within the frame, typically represented by (x,</a:t>
            </a:r>
            <a:br>
              <a:rPr lang="en-US" sz="1600" dirty="0">
                <a:ea typeface="微软雅黑" panose="020B0503020204020204" pitchFamily="34" charset="-122"/>
                <a:cs typeface="Arial" panose="020B0604020202020204" pitchFamily="34" charset="0"/>
              </a:rPr>
            </a:br>
            <a:r>
              <a:rPr lang="en-US" sz="1600" dirty="0">
                <a:ea typeface="微软雅黑" panose="020B0503020204020204" pitchFamily="34" charset="-122"/>
                <a:cs typeface="Arial" panose="020B0604020202020204" pitchFamily="34" charset="0"/>
              </a:rPr>
              <a:t>y) coordinates for the top-left and bottom-right corners.</a:t>
            </a:r>
          </a:p>
          <a:p>
            <a:pPr marL="241300" indent="-241300" algn="l" fontAlgn="ctr">
              <a:lnSpc>
                <a:spcPts val="1901"/>
              </a:lnSpc>
              <a:spcBef>
                <a:spcPts val="1800"/>
              </a:spcBef>
              <a:buClr>
                <a:srgbClr val="22AAEE"/>
              </a:buClr>
              <a:buSzPct val="120000"/>
              <a:buChar char="•"/>
            </a:pPr>
            <a:r>
              <a:rPr lang="en-US" sz="1600" b="1" dirty="0">
                <a:ea typeface="微软雅黑" panose="020B0503020204020204" pitchFamily="34" charset="-122"/>
                <a:cs typeface="Arial" panose="020B0604020202020204" pitchFamily="34" charset="0"/>
              </a:rPr>
              <a:t>Confidence Score (Probability)</a:t>
            </a:r>
            <a:r>
              <a:rPr lang="en-US" sz="1600" dirty="0">
                <a:ea typeface="微软雅黑" panose="020B0503020204020204" pitchFamily="34" charset="-122"/>
                <a:cs typeface="Arial" panose="020B0604020202020204" pitchFamily="34" charset="0"/>
              </a:rPr>
              <a:t>: A numerical value</a:t>
            </a:r>
            <a:br>
              <a:rPr lang="en-US" sz="1600" dirty="0">
                <a:ea typeface="微软雅黑" panose="020B0503020204020204" pitchFamily="34" charset="-122"/>
                <a:cs typeface="Arial" panose="020B0604020202020204" pitchFamily="34" charset="0"/>
              </a:rPr>
            </a:br>
            <a:r>
              <a:rPr lang="en-US" sz="1600" dirty="0">
                <a:ea typeface="微软雅黑" panose="020B0503020204020204" pitchFamily="34" charset="-122"/>
                <a:cs typeface="Arial" panose="020B0604020202020204" pitchFamily="34" charset="0"/>
              </a:rPr>
              <a:t>representing the model's certainty that the detected</a:t>
            </a:r>
            <a:br>
              <a:rPr lang="en-US" sz="1600" dirty="0">
                <a:ea typeface="微软雅黑" panose="020B0503020204020204" pitchFamily="34" charset="-122"/>
                <a:cs typeface="Arial" panose="020B0604020202020204" pitchFamily="34" charset="0"/>
              </a:rPr>
            </a:br>
            <a:r>
              <a:rPr lang="en-US" sz="1600" dirty="0">
                <a:ea typeface="微软雅黑" panose="020B0503020204020204" pitchFamily="34" charset="-122"/>
                <a:cs typeface="Arial" panose="020B0604020202020204" pitchFamily="34" charset="0"/>
              </a:rPr>
              <a:t>object belongs to the specified category.</a:t>
            </a:r>
          </a:p>
        </p:txBody>
      </p:sp>
      <p:pic>
        <p:nvPicPr>
          <p:cNvPr id="9" name="Image 0" descr="An image with a bounding box around a detected object showing a label and a confidence percentage.">
            <a:extLst>
              <a:ext uri="{FF2B5EF4-FFF2-40B4-BE49-F238E27FC236}">
                <a16:creationId xmlns:a16="http://schemas.microsoft.com/office/drawing/2014/main" id="{8EFB01EB-D972-C6F0-124D-41FE67F9D66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556" t="8607" r="5556" b="7500"/>
          <a:stretch>
            <a:fillRect/>
          </a:stretch>
        </p:blipFill>
        <p:spPr>
          <a:xfrm>
            <a:off x="6096000" y="799808"/>
            <a:ext cx="6096000" cy="5753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26910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65BE37-ACBF-CEA3-9BCD-7527D076CF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EBA621F-0E36-6938-5869-2FF6DF7BA16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4114" y="97816"/>
            <a:ext cx="8332549" cy="492443"/>
          </a:xfrm>
        </p:spPr>
        <p:txBody>
          <a:bodyPr/>
          <a:lstStyle/>
          <a:p>
            <a:r>
              <a:rPr lang="en-HK" sz="3200" dirty="0">
                <a:latin typeface="Arial" panose="020B0604020202020204" pitchFamily="34" charset="0"/>
                <a:cs typeface="Arial" panose="020B0604020202020204" pitchFamily="34" charset="0"/>
              </a:rPr>
              <a:t>1. Introduction</a:t>
            </a:r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4BFD8298-7067-1393-1BAD-C313E492CD46}"/>
              </a:ext>
            </a:extLst>
          </p:cNvPr>
          <p:cNvSpPr/>
          <p:nvPr/>
        </p:nvSpPr>
        <p:spPr>
          <a:xfrm>
            <a:off x="6238012" y="990600"/>
            <a:ext cx="5877788" cy="1097161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l" fontAlgn="ctr">
              <a:lnSpc>
                <a:spcPct val="150000"/>
              </a:lnSpc>
              <a:spcBef>
                <a:spcPts val="0"/>
              </a:spcBef>
            </a:pPr>
            <a:r>
              <a:rPr lang="en-US" sz="2400" b="1" dirty="0">
                <a:ea typeface="微软雅黑" panose="020B0503020204020204" pitchFamily="34" charset="-122"/>
                <a:cs typeface="Arial" panose="020B0604020202020204" pitchFamily="34" charset="0"/>
              </a:rPr>
              <a:t>Why YOLO for Object Detection?</a:t>
            </a:r>
          </a:p>
          <a:p>
            <a:pPr fontAlgn="ctr">
              <a:lnSpc>
                <a:spcPct val="150000"/>
              </a:lnSpc>
              <a:spcBef>
                <a:spcPts val="0"/>
              </a:spcBef>
            </a:pPr>
            <a:r>
              <a:rPr lang="en-US" sz="1600" dirty="0">
                <a:ea typeface="微软雅黑" panose="020B0503020204020204" pitchFamily="34" charset="-122"/>
                <a:cs typeface="Arial" panose="020B0604020202020204" pitchFamily="34" charset="0"/>
              </a:rPr>
              <a:t>Fast, end-to-end object detection for locating and classifying </a:t>
            </a:r>
            <a:r>
              <a:rPr lang="en-US" altLang="zh-CN" sz="1600" dirty="0">
                <a:ea typeface="微软雅黑" panose="020B0503020204020204" pitchFamily="34" charset="-122"/>
                <a:cs typeface="Arial" panose="020B0604020202020204" pitchFamily="34" charset="0"/>
              </a:rPr>
              <a:t>objects (e.g., construction tools).</a:t>
            </a:r>
            <a:endParaRPr lang="en-US" sz="1600" dirty="0"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3" name="Image 0" descr="A simplified architectural diagram showing the sequential flow of data from an input image through feature extraction and prediction layers to final object detection.">
            <a:extLst>
              <a:ext uri="{FF2B5EF4-FFF2-40B4-BE49-F238E27FC236}">
                <a16:creationId xmlns:a16="http://schemas.microsoft.com/office/drawing/2014/main" id="{C626F15C-AB45-34C6-F62B-F8B638F0BD0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45" t="40804" r="1745" b="22588"/>
          <a:stretch>
            <a:fillRect/>
          </a:stretch>
        </p:blipFill>
        <p:spPr>
          <a:xfrm>
            <a:off x="76200" y="3072832"/>
            <a:ext cx="6161812" cy="2337368"/>
          </a:xfrm>
          <a:prstGeom prst="rect">
            <a:avLst/>
          </a:prstGeom>
        </p:spPr>
      </p:pic>
      <p:sp>
        <p:nvSpPr>
          <p:cNvPr id="4" name="Text 3">
            <a:extLst>
              <a:ext uri="{FF2B5EF4-FFF2-40B4-BE49-F238E27FC236}">
                <a16:creationId xmlns:a16="http://schemas.microsoft.com/office/drawing/2014/main" id="{9B17433C-A216-8F55-1379-8DFDA11D1C25}"/>
              </a:ext>
            </a:extLst>
          </p:cNvPr>
          <p:cNvSpPr/>
          <p:nvPr/>
        </p:nvSpPr>
        <p:spPr>
          <a:xfrm>
            <a:off x="6238012" y="2286000"/>
            <a:ext cx="5877788" cy="398621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marL="241300" indent="-241300" algn="l" fontAlgn="ctr">
              <a:lnSpc>
                <a:spcPct val="150000"/>
              </a:lnSpc>
              <a:spcBef>
                <a:spcPts val="0"/>
              </a:spcBef>
              <a:buClr>
                <a:srgbClr val="22AAEE"/>
              </a:buClr>
              <a:buSzPct val="120000"/>
              <a:buChar char="•"/>
            </a:pPr>
            <a:r>
              <a:rPr lang="en-US" sz="1600" b="1" kern="0" spc="-117" dirty="0">
                <a:ea typeface="Inter SemiBold" pitchFamily="34" charset="-122"/>
                <a:cs typeface="Arial" panose="020B0604020202020204" pitchFamily="34" charset="0"/>
              </a:rPr>
              <a:t>Image Input</a:t>
            </a:r>
            <a:endParaRPr lang="en-US" sz="1600" b="1" dirty="0">
              <a:cs typeface="Arial" panose="020B0604020202020204" pitchFamily="34" charset="0"/>
            </a:endParaRPr>
          </a:p>
          <a:p>
            <a:pPr marL="241300" lvl="1" indent="0" algn="l" fontAlgn="ctr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1600" kern="0" spc="-30" dirty="0">
                <a:ea typeface="Inter Medium" pitchFamily="34" charset="-122"/>
                <a:cs typeface="Arial" panose="020B0604020202020204" pitchFamily="34" charset="0"/>
              </a:rPr>
              <a:t>The system receives raw image data as the initial entry point.</a:t>
            </a:r>
            <a:endParaRPr lang="en-US" sz="1600" dirty="0">
              <a:cs typeface="Arial" panose="020B0604020202020204" pitchFamily="34" charset="0"/>
            </a:endParaRPr>
          </a:p>
          <a:p>
            <a:pPr marL="241300" indent="-241300" algn="l" fontAlgn="ctr">
              <a:lnSpc>
                <a:spcPct val="150000"/>
              </a:lnSpc>
              <a:spcBef>
                <a:spcPts val="0"/>
              </a:spcBef>
              <a:buClr>
                <a:srgbClr val="22AAEE"/>
              </a:buClr>
              <a:buSzPct val="120000"/>
              <a:buChar char="•"/>
            </a:pPr>
            <a:r>
              <a:rPr lang="en-US" sz="1600" b="1" kern="0" spc="-117" dirty="0">
                <a:ea typeface="Inter SemiBold" pitchFamily="34" charset="-122"/>
                <a:cs typeface="Arial" panose="020B0604020202020204" pitchFamily="34" charset="0"/>
              </a:rPr>
              <a:t>Feature Extraction</a:t>
            </a:r>
            <a:endParaRPr lang="en-US" sz="1600" b="1" dirty="0">
              <a:cs typeface="Arial" panose="020B0604020202020204" pitchFamily="34" charset="0"/>
            </a:endParaRPr>
          </a:p>
          <a:p>
            <a:pPr marL="241300" lvl="1" indent="0" algn="l" fontAlgn="ctr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1600" kern="0" spc="-30" dirty="0">
                <a:ea typeface="Inter Medium" pitchFamily="34" charset="-122"/>
                <a:cs typeface="Arial" panose="020B0604020202020204" pitchFamily="34" charset="0"/>
              </a:rPr>
              <a:t>A deep convolutional neural network processes the image to extract high-level feature maps.</a:t>
            </a:r>
            <a:endParaRPr lang="en-US" sz="1600" dirty="0">
              <a:cs typeface="Arial" panose="020B0604020202020204" pitchFamily="34" charset="0"/>
            </a:endParaRPr>
          </a:p>
          <a:p>
            <a:pPr marL="241300" indent="-241300" algn="l" fontAlgn="ctr">
              <a:lnSpc>
                <a:spcPct val="150000"/>
              </a:lnSpc>
              <a:spcBef>
                <a:spcPts val="0"/>
              </a:spcBef>
              <a:buClr>
                <a:srgbClr val="22AAEE"/>
              </a:buClr>
              <a:buSzPct val="120000"/>
              <a:buChar char="•"/>
            </a:pPr>
            <a:r>
              <a:rPr lang="en-US" sz="1600" b="1" kern="0" spc="-117" dirty="0">
                <a:ea typeface="Inter SemiBold" pitchFamily="34" charset="-122"/>
                <a:cs typeface="Arial" panose="020B0604020202020204" pitchFamily="34" charset="0"/>
              </a:rPr>
              <a:t>Prediction</a:t>
            </a:r>
            <a:endParaRPr lang="en-US" sz="1600" b="1" dirty="0">
              <a:cs typeface="Arial" panose="020B0604020202020204" pitchFamily="34" charset="0"/>
            </a:endParaRPr>
          </a:p>
          <a:p>
            <a:pPr marL="241300" lvl="1" indent="0" algn="l" fontAlgn="ctr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1600" kern="0" spc="-30" dirty="0">
                <a:ea typeface="Inter Medium" pitchFamily="34" charset="-122"/>
                <a:cs typeface="Arial" panose="020B0604020202020204" pitchFamily="34" charset="0"/>
              </a:rPr>
              <a:t>The model predicts bounding boxes, confidence scores, and class probabilities simultaneously across a grid.</a:t>
            </a:r>
            <a:endParaRPr lang="en-US" sz="1600" dirty="0">
              <a:cs typeface="Arial" panose="020B0604020202020204" pitchFamily="34" charset="0"/>
            </a:endParaRPr>
          </a:p>
          <a:p>
            <a:pPr marL="241300" indent="-241300" algn="l" fontAlgn="ctr">
              <a:lnSpc>
                <a:spcPct val="150000"/>
              </a:lnSpc>
              <a:spcBef>
                <a:spcPts val="0"/>
              </a:spcBef>
              <a:buClr>
                <a:srgbClr val="22AAEE"/>
              </a:buClr>
              <a:buSzPct val="120000"/>
              <a:buChar char="•"/>
            </a:pPr>
            <a:r>
              <a:rPr lang="en-US" sz="1600" b="1" kern="0" spc="-117" dirty="0">
                <a:ea typeface="Inter SemiBold" pitchFamily="34" charset="-122"/>
                <a:cs typeface="Arial" panose="020B0604020202020204" pitchFamily="34" charset="0"/>
              </a:rPr>
              <a:t>Final Detection</a:t>
            </a:r>
            <a:endParaRPr lang="en-US" sz="1600" b="1" dirty="0">
              <a:cs typeface="Arial" panose="020B0604020202020204" pitchFamily="34" charset="0"/>
            </a:endParaRPr>
          </a:p>
          <a:p>
            <a:pPr marL="241300" lvl="1" indent="0" algn="l" fontAlgn="ctr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1600" kern="0" spc="-30" dirty="0">
                <a:ea typeface="Inter Medium" pitchFamily="34" charset="-122"/>
                <a:cs typeface="Arial" panose="020B0604020202020204" pitchFamily="34" charset="0"/>
              </a:rPr>
              <a:t>Non-maximum suppression is applied to filter redundant boxes and output the final object detections.</a:t>
            </a:r>
            <a:endParaRPr lang="en-US" sz="1600" dirty="0">
              <a:cs typeface="Arial" panose="020B0604020202020204" pitchFamily="34" charset="0"/>
            </a:endParaRP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6982CEAD-5F92-4107-1608-94CD3B64A735}"/>
              </a:ext>
            </a:extLst>
          </p:cNvPr>
          <p:cNvSpPr/>
          <p:nvPr/>
        </p:nvSpPr>
        <p:spPr>
          <a:xfrm>
            <a:off x="76200" y="2009538"/>
            <a:ext cx="6019800" cy="1097161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ctr" fontAlgn="ctr">
              <a:lnSpc>
                <a:spcPct val="150000"/>
              </a:lnSpc>
              <a:spcBef>
                <a:spcPts val="0"/>
              </a:spcBef>
            </a:pPr>
            <a:r>
              <a:rPr lang="en-US" sz="2400" b="1" dirty="0">
                <a:ea typeface="微软雅黑" panose="020B0503020204020204" pitchFamily="34" charset="-122"/>
                <a:cs typeface="Arial" panose="020B0604020202020204" pitchFamily="34" charset="0"/>
              </a:rPr>
              <a:t>Object Detection Pipeline</a:t>
            </a:r>
          </a:p>
        </p:txBody>
      </p:sp>
    </p:spTree>
    <p:extLst>
      <p:ext uri="{BB962C8B-B14F-4D97-AF65-F5344CB8AC3E}">
        <p14:creationId xmlns:p14="http://schemas.microsoft.com/office/powerpoint/2010/main" val="12854975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A529E4-5767-A62E-BA2C-E1F59FCB89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E5EE88B-FB0C-7763-A94C-73D9A39DBC2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4114" y="97816"/>
            <a:ext cx="8332549" cy="492443"/>
          </a:xfrm>
        </p:spPr>
        <p:txBody>
          <a:bodyPr/>
          <a:lstStyle/>
          <a:p>
            <a:r>
              <a:rPr lang="en-HK" sz="3200" dirty="0">
                <a:latin typeface="Arial" panose="020B0604020202020204" pitchFamily="34" charset="0"/>
                <a:cs typeface="Arial" panose="020B0604020202020204" pitchFamily="34" charset="0"/>
              </a:rPr>
              <a:t>2. Dataset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24F3CD-AE98-1786-C374-D1E85F14EE3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65901" y="1059585"/>
            <a:ext cx="5939606" cy="1255728"/>
          </a:xfrm>
        </p:spPr>
        <p:txBody>
          <a:bodyPr/>
          <a:lstStyle/>
          <a:p>
            <a:r>
              <a:rPr lang="en-US" altLang="zh-CN" b="0" dirty="0">
                <a:latin typeface="Arial" panose="020B0604020202020204" pitchFamily="34" charset="0"/>
                <a:cs typeface="Arial" panose="020B0604020202020204" pitchFamily="34" charset="0"/>
              </a:rPr>
              <a:t>Total images: 5204</a:t>
            </a:r>
          </a:p>
          <a:p>
            <a:pPr marL="285750" indent="-285750">
              <a:buFont typeface="Wingdings" panose="05000000000000000000" pitchFamily="2" charset="2"/>
              <a:buChar char="p"/>
            </a:pPr>
            <a:r>
              <a:rPr lang="en-US" altLang="zh-CN" sz="1600" b="0" dirty="0">
                <a:latin typeface="Arial" panose="020B0604020202020204" pitchFamily="34" charset="0"/>
                <a:cs typeface="Arial" panose="020B0604020202020204" pitchFamily="34" charset="0"/>
              </a:rPr>
              <a:t>Training: 3640</a:t>
            </a:r>
          </a:p>
          <a:p>
            <a:pPr marL="285750" indent="-285750">
              <a:buFont typeface="Wingdings" panose="05000000000000000000" pitchFamily="2" charset="2"/>
              <a:buChar char="p"/>
            </a:pPr>
            <a:r>
              <a:rPr lang="en-US" altLang="zh-CN" sz="1600" b="0" dirty="0">
                <a:latin typeface="Arial" panose="020B0604020202020204" pitchFamily="34" charset="0"/>
                <a:cs typeface="Arial" panose="020B0604020202020204" pitchFamily="34" charset="0"/>
              </a:rPr>
              <a:t>Validation: 1034</a:t>
            </a:r>
          </a:p>
          <a:p>
            <a:pPr marL="285750" indent="-285750">
              <a:buFont typeface="Wingdings" panose="05000000000000000000" pitchFamily="2" charset="2"/>
              <a:buChar char="p"/>
            </a:pPr>
            <a:r>
              <a:rPr lang="en-US" altLang="zh-CN" sz="1600" b="0" dirty="0">
                <a:latin typeface="Arial" panose="020B0604020202020204" pitchFamily="34" charset="0"/>
                <a:cs typeface="Arial" panose="020B0604020202020204" pitchFamily="34" charset="0"/>
              </a:rPr>
              <a:t>Test: 529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837117D3-C291-A25E-88D7-C06740A7A78A}"/>
              </a:ext>
            </a:extLst>
          </p:cNvPr>
          <p:cNvSpPr txBox="1">
            <a:spLocks/>
          </p:cNvSpPr>
          <p:nvPr/>
        </p:nvSpPr>
        <p:spPr bwMode="auto">
          <a:xfrm>
            <a:off x="565901" y="2590800"/>
            <a:ext cx="5939606" cy="12557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20000"/>
              </a:spcBef>
              <a:spcAft>
                <a:spcPct val="0"/>
              </a:spcAft>
              <a:defRPr sz="2400" b="1" baseline="0">
                <a:solidFill>
                  <a:schemeClr val="tx1"/>
                </a:solidFill>
                <a:latin typeface="Muli" panose="02000503000000000000" pitchFamily="2" charset="0"/>
                <a:ea typeface="微软雅黑" panose="020B0503020204020204" pitchFamily="34" charset="-122"/>
                <a:cs typeface="+mn-cs"/>
              </a:defRPr>
            </a:lvl1pPr>
            <a:lvl2pPr marL="4572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b="0" kern="0" dirty="0">
                <a:latin typeface="Arial" panose="020B0604020202020204" pitchFamily="34" charset="0"/>
                <a:cs typeface="Arial" panose="020B0604020202020204" pitchFamily="34" charset="0"/>
              </a:rPr>
              <a:t>Data Sources</a:t>
            </a:r>
          </a:p>
          <a:p>
            <a:pPr marL="285750" indent="-285750">
              <a:buFont typeface="Wingdings" panose="05000000000000000000" pitchFamily="2" charset="2"/>
              <a:buChar char="p"/>
            </a:pPr>
            <a:r>
              <a:rPr lang="en-US" altLang="zh-CN" sz="1600" b="0" kern="0" dirty="0">
                <a:latin typeface="Arial" panose="020B0604020202020204" pitchFamily="34" charset="0"/>
                <a:cs typeface="Arial" panose="020B0604020202020204" pitchFamily="34" charset="0"/>
              </a:rPr>
              <a:t>Kaggle</a:t>
            </a:r>
          </a:p>
          <a:p>
            <a:pPr marL="285750" indent="-285750">
              <a:buFont typeface="Wingdings" panose="05000000000000000000" pitchFamily="2" charset="2"/>
              <a:buChar char="p"/>
            </a:pPr>
            <a:r>
              <a:rPr lang="en-US" altLang="zh-CN" sz="1600" b="0" kern="0" dirty="0" err="1">
                <a:latin typeface="Arial" panose="020B0604020202020204" pitchFamily="34" charset="0"/>
                <a:cs typeface="Arial" panose="020B0604020202020204" pitchFamily="34" charset="0"/>
              </a:rPr>
              <a:t>Ronoflow</a:t>
            </a:r>
            <a:endParaRPr lang="en-US" altLang="zh-CN" sz="1600" b="0" kern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p"/>
            </a:pPr>
            <a:r>
              <a:rPr lang="en-US" altLang="zh-CN" sz="1600" b="0" kern="0" dirty="0">
                <a:latin typeface="Arial" panose="020B0604020202020204" pitchFamily="34" charset="0"/>
                <a:cs typeface="Arial" panose="020B0604020202020204" pitchFamily="34" charset="0"/>
              </a:rPr>
              <a:t>Google images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FD3613B8-BF3E-180F-E283-125B83249740}"/>
              </a:ext>
            </a:extLst>
          </p:cNvPr>
          <p:cNvSpPr txBox="1">
            <a:spLocks/>
          </p:cNvSpPr>
          <p:nvPr/>
        </p:nvSpPr>
        <p:spPr bwMode="auto">
          <a:xfrm>
            <a:off x="565901" y="4122015"/>
            <a:ext cx="3244099" cy="18466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20000"/>
              </a:spcBef>
              <a:spcAft>
                <a:spcPct val="0"/>
              </a:spcAft>
              <a:defRPr sz="2400" b="1" baseline="0">
                <a:solidFill>
                  <a:schemeClr val="tx1"/>
                </a:solidFill>
                <a:latin typeface="Muli" panose="02000503000000000000" pitchFamily="2" charset="0"/>
                <a:ea typeface="微软雅黑" panose="020B0503020204020204" pitchFamily="34" charset="-122"/>
                <a:cs typeface="+mn-cs"/>
              </a:defRPr>
            </a:lvl1pPr>
            <a:lvl2pPr marL="4572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b="0" kern="0" dirty="0">
                <a:latin typeface="Arial" panose="020B0604020202020204" pitchFamily="34" charset="0"/>
                <a:cs typeface="Arial" panose="020B0604020202020204" pitchFamily="34" charset="0"/>
              </a:rPr>
              <a:t>Classes Annotated</a:t>
            </a:r>
          </a:p>
          <a:p>
            <a:pPr marL="285750" indent="-285750">
              <a:buFont typeface="Wingdings" panose="05000000000000000000" pitchFamily="2" charset="2"/>
              <a:buChar char="p"/>
            </a:pPr>
            <a:r>
              <a:rPr lang="en-US" altLang="zh-CN" sz="1600" b="0" kern="0" dirty="0">
                <a:latin typeface="Arial" panose="020B0604020202020204" pitchFamily="34" charset="0"/>
                <a:cs typeface="Arial" panose="020B0604020202020204" pitchFamily="34" charset="0"/>
              </a:rPr>
              <a:t>Drill</a:t>
            </a:r>
          </a:p>
          <a:p>
            <a:pPr marL="285750" indent="-285750">
              <a:buFont typeface="Wingdings" panose="05000000000000000000" pitchFamily="2" charset="2"/>
              <a:buChar char="p"/>
            </a:pPr>
            <a:r>
              <a:rPr lang="en-US" altLang="zh-CN" sz="1600" b="0" kern="0" dirty="0">
                <a:latin typeface="Arial" panose="020B0604020202020204" pitchFamily="34" charset="0"/>
                <a:cs typeface="Arial" panose="020B0604020202020204" pitchFamily="34" charset="0"/>
              </a:rPr>
              <a:t>Hammer</a:t>
            </a:r>
          </a:p>
          <a:p>
            <a:pPr marL="285750" indent="-285750">
              <a:buFont typeface="Wingdings" panose="05000000000000000000" pitchFamily="2" charset="2"/>
              <a:buChar char="p"/>
            </a:pPr>
            <a:r>
              <a:rPr lang="en-US" altLang="zh-CN" sz="1600" b="0" kern="0" dirty="0">
                <a:latin typeface="Arial" panose="020B0604020202020204" pitchFamily="34" charset="0"/>
                <a:cs typeface="Arial" panose="020B0604020202020204" pitchFamily="34" charset="0"/>
              </a:rPr>
              <a:t>Pliers</a:t>
            </a:r>
          </a:p>
          <a:p>
            <a:pPr marL="285750" indent="-285750">
              <a:buFont typeface="Wingdings" panose="05000000000000000000" pitchFamily="2" charset="2"/>
              <a:buChar char="p"/>
            </a:pPr>
            <a:r>
              <a:rPr lang="en-US" altLang="zh-CN" sz="1600" b="0" kern="0" dirty="0" err="1">
                <a:latin typeface="Arial" panose="020B0604020202020204" pitchFamily="34" charset="0"/>
                <a:cs typeface="Arial" panose="020B0604020202020204" pitchFamily="34" charset="0"/>
              </a:rPr>
              <a:t>Scredriver</a:t>
            </a:r>
            <a:endParaRPr lang="en-US" altLang="zh-CN" sz="1600" b="0" kern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p"/>
            </a:pPr>
            <a:r>
              <a:rPr lang="en-US" altLang="zh-CN" sz="1600" b="0" kern="0" dirty="0">
                <a:latin typeface="Arial" panose="020B0604020202020204" pitchFamily="34" charset="0"/>
                <a:cs typeface="Arial" panose="020B0604020202020204" pitchFamily="34" charset="0"/>
              </a:rPr>
              <a:t>Wrench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4D5EBE51-24E8-0FE0-4F4C-2FFF82F1A3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783" t="14017" r="15529" b="10466"/>
          <a:stretch>
            <a:fillRect/>
          </a:stretch>
        </p:blipFill>
        <p:spPr>
          <a:xfrm>
            <a:off x="4572000" y="1466618"/>
            <a:ext cx="2286000" cy="1941528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87C1B6BE-87D5-B577-27FC-6F1273735D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655" t="17395" r="20034" b="22235"/>
          <a:stretch>
            <a:fillRect/>
          </a:stretch>
        </p:blipFill>
        <p:spPr>
          <a:xfrm>
            <a:off x="7124700" y="1466617"/>
            <a:ext cx="2286000" cy="1941529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5DEB0CAE-D66B-5BEF-4C87-A2465A4B2AB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536" t="24016" r="27980" b="27874"/>
          <a:stretch>
            <a:fillRect/>
          </a:stretch>
        </p:blipFill>
        <p:spPr>
          <a:xfrm>
            <a:off x="9677400" y="1477043"/>
            <a:ext cx="2286000" cy="1941530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34B5A1EB-9592-BB5C-287E-015AA799996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65"/>
          <a:stretch>
            <a:fillRect/>
          </a:stretch>
        </p:blipFill>
        <p:spPr>
          <a:xfrm>
            <a:off x="5334000" y="3848100"/>
            <a:ext cx="2286000" cy="1943100"/>
          </a:xfrm>
          <a:prstGeom prst="rect">
            <a:avLst/>
          </a:prstGeom>
        </p:spPr>
      </p:pic>
      <p:pic>
        <p:nvPicPr>
          <p:cNvPr id="30" name="图片 29">
            <a:extLst>
              <a:ext uri="{FF2B5EF4-FFF2-40B4-BE49-F238E27FC236}">
                <a16:creationId xmlns:a16="http://schemas.microsoft.com/office/drawing/2014/main" id="{31A19E62-93A0-8E88-BD3E-674D5C2F4BB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058" t="22520" r="25592" b="32919"/>
          <a:stretch>
            <a:fillRect/>
          </a:stretch>
        </p:blipFill>
        <p:spPr>
          <a:xfrm>
            <a:off x="8845417" y="3848100"/>
            <a:ext cx="2286000" cy="1941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59613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1C119A-869D-FB28-DB55-429EF48EB4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5EEA7D-36C5-5F44-9130-E63911BD6EA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4114" y="97816"/>
            <a:ext cx="8332549" cy="492443"/>
          </a:xfrm>
        </p:spPr>
        <p:txBody>
          <a:bodyPr/>
          <a:lstStyle/>
          <a:p>
            <a:r>
              <a:rPr lang="en-HK" sz="3200" dirty="0">
                <a:latin typeface="Arial" panose="020B0604020202020204" pitchFamily="34" charset="0"/>
                <a:cs typeface="Arial" panose="020B0604020202020204" pitchFamily="34" charset="0"/>
              </a:rPr>
              <a:t>3. YOLO Tutorial Workflow</a:t>
            </a:r>
          </a:p>
        </p:txBody>
      </p:sp>
      <p:pic>
        <p:nvPicPr>
          <p:cNvPr id="9" name="Image 0" descr="-135bf85e.png">
            <a:extLst>
              <a:ext uri="{FF2B5EF4-FFF2-40B4-BE49-F238E27FC236}">
                <a16:creationId xmlns:a16="http://schemas.microsoft.com/office/drawing/2014/main" id="{FDEFE644-E86C-3107-94D9-D05DEBA797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1552575"/>
            <a:ext cx="11620500" cy="5019675"/>
          </a:xfrm>
          <a:prstGeom prst="rect">
            <a:avLst/>
          </a:prstGeom>
        </p:spPr>
      </p:pic>
      <p:pic>
        <p:nvPicPr>
          <p:cNvPr id="10" name="Image 1" descr="0b84e222.png">
            <a:extLst>
              <a:ext uri="{FF2B5EF4-FFF2-40B4-BE49-F238E27FC236}">
                <a16:creationId xmlns:a16="http://schemas.microsoft.com/office/drawing/2014/main" id="{F0CE5D80-9514-CC81-74EB-5E92F8A92E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750" y="1552575"/>
            <a:ext cx="11620500" cy="5019675"/>
          </a:xfrm>
          <a:prstGeom prst="rect">
            <a:avLst/>
          </a:prstGeom>
        </p:spPr>
      </p:pic>
      <p:pic>
        <p:nvPicPr>
          <p:cNvPr id="11" name="Image 2" descr="-77866a1e.png">
            <a:extLst>
              <a:ext uri="{FF2B5EF4-FFF2-40B4-BE49-F238E27FC236}">
                <a16:creationId xmlns:a16="http://schemas.microsoft.com/office/drawing/2014/main" id="{F639264F-CAFD-D2C3-7E03-46821751A4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50" y="1552575"/>
            <a:ext cx="11620500" cy="5019675"/>
          </a:xfrm>
          <a:prstGeom prst="rect">
            <a:avLst/>
          </a:prstGeom>
        </p:spPr>
      </p:pic>
      <p:pic>
        <p:nvPicPr>
          <p:cNvPr id="13" name="Image 3" descr="5e58fb62.png">
            <a:extLst>
              <a:ext uri="{FF2B5EF4-FFF2-40B4-BE49-F238E27FC236}">
                <a16:creationId xmlns:a16="http://schemas.microsoft.com/office/drawing/2014/main" id="{5577946C-FE3E-0730-AF7D-6BE721049D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5750" y="1552575"/>
            <a:ext cx="11620500" cy="5019675"/>
          </a:xfrm>
          <a:prstGeom prst="rect">
            <a:avLst/>
          </a:prstGeom>
        </p:spPr>
      </p:pic>
      <p:pic>
        <p:nvPicPr>
          <p:cNvPr id="14" name="Image 4" descr="-34affcde.png">
            <a:extLst>
              <a:ext uri="{FF2B5EF4-FFF2-40B4-BE49-F238E27FC236}">
                <a16:creationId xmlns:a16="http://schemas.microsoft.com/office/drawing/2014/main" id="{A46AC1C2-99DE-1F88-8C03-C2DB627A5B1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5750" y="1552575"/>
            <a:ext cx="11620500" cy="5019675"/>
          </a:xfrm>
          <a:prstGeom prst="rect">
            <a:avLst/>
          </a:prstGeom>
        </p:spPr>
      </p:pic>
      <p:sp>
        <p:nvSpPr>
          <p:cNvPr id="15" name="Text 2">
            <a:extLst>
              <a:ext uri="{FF2B5EF4-FFF2-40B4-BE49-F238E27FC236}">
                <a16:creationId xmlns:a16="http://schemas.microsoft.com/office/drawing/2014/main" id="{292B6DD8-6CF5-1751-103A-870B86768CF3}"/>
              </a:ext>
            </a:extLst>
          </p:cNvPr>
          <p:cNvSpPr/>
          <p:nvPr/>
        </p:nvSpPr>
        <p:spPr>
          <a:xfrm>
            <a:off x="1143000" y="2346127"/>
            <a:ext cx="2667000" cy="26327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l" fontAlgn="ctr">
              <a:lnSpc>
                <a:spcPts val="2074"/>
              </a:lnSpc>
            </a:pPr>
            <a:r>
              <a:rPr lang="en-US" sz="2400" b="1" kern="0" spc="-108" dirty="0">
                <a:ea typeface="Inter SemiBold" pitchFamily="34" charset="-122"/>
                <a:cs typeface="Arial" panose="020B0604020202020204" pitchFamily="34" charset="0"/>
              </a:rPr>
              <a:t>Environment Setup</a:t>
            </a:r>
            <a:endParaRPr lang="en-US" sz="2400" b="1" dirty="0">
              <a:cs typeface="Arial" panose="020B0604020202020204" pitchFamily="34" charset="0"/>
            </a:endParaRPr>
          </a:p>
        </p:txBody>
      </p:sp>
      <p:sp>
        <p:nvSpPr>
          <p:cNvPr id="17" name="Text 3">
            <a:extLst>
              <a:ext uri="{FF2B5EF4-FFF2-40B4-BE49-F238E27FC236}">
                <a16:creationId xmlns:a16="http://schemas.microsoft.com/office/drawing/2014/main" id="{47F8E309-AFEE-5C15-C896-43044F946B43}"/>
              </a:ext>
            </a:extLst>
          </p:cNvPr>
          <p:cNvSpPr/>
          <p:nvPr/>
        </p:nvSpPr>
        <p:spPr>
          <a:xfrm>
            <a:off x="1143000" y="2571006"/>
            <a:ext cx="2476500" cy="781794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just" fontAlgn="ctr">
              <a:lnSpc>
                <a:spcPts val="2052"/>
              </a:lnSpc>
              <a:spcBef>
                <a:spcPts val="610"/>
              </a:spcBef>
            </a:pPr>
            <a:r>
              <a:rPr lang="en-US" sz="1600" kern="0" spc="-30" dirty="0">
                <a:ea typeface="Inter Medium" pitchFamily="34" charset="-122"/>
                <a:cs typeface="Arial" panose="020B0604020202020204" pitchFamily="34" charset="0"/>
              </a:rPr>
              <a:t>Configure dependencies and hardware acceleration.</a:t>
            </a:r>
            <a:endParaRPr lang="en-US" sz="1600" dirty="0">
              <a:cs typeface="Arial" panose="020B0604020202020204" pitchFamily="34" charset="0"/>
            </a:endParaRPr>
          </a:p>
        </p:txBody>
      </p:sp>
      <p:sp>
        <p:nvSpPr>
          <p:cNvPr id="18" name="Shape 4">
            <a:extLst>
              <a:ext uri="{FF2B5EF4-FFF2-40B4-BE49-F238E27FC236}">
                <a16:creationId xmlns:a16="http://schemas.microsoft.com/office/drawing/2014/main" id="{33F0B6A2-66F6-6C30-85C2-882B4667A8F5}"/>
              </a:ext>
            </a:extLst>
          </p:cNvPr>
          <p:cNvSpPr/>
          <p:nvPr/>
        </p:nvSpPr>
        <p:spPr>
          <a:xfrm>
            <a:off x="476250" y="2237327"/>
            <a:ext cx="476250" cy="476250"/>
          </a:xfrm>
          <a:prstGeom prst="ellipse">
            <a:avLst/>
          </a:prstGeom>
          <a:solidFill>
            <a:srgbClr val="FFD9AD"/>
          </a:solidFill>
          <a:ln>
            <a:miter lim="800000"/>
          </a:ln>
        </p:spPr>
        <p:txBody>
          <a:bodyPr/>
          <a:lstStyle/>
          <a:p>
            <a:endParaRPr lang="zh-CN" altLang="en-US">
              <a:cs typeface="Arial" panose="020B0604020202020204" pitchFamily="34" charset="0"/>
            </a:endParaRPr>
          </a:p>
        </p:txBody>
      </p:sp>
      <p:sp>
        <p:nvSpPr>
          <p:cNvPr id="19" name="Text 5">
            <a:extLst>
              <a:ext uri="{FF2B5EF4-FFF2-40B4-BE49-F238E27FC236}">
                <a16:creationId xmlns:a16="http://schemas.microsoft.com/office/drawing/2014/main" id="{36C90AFB-5F6F-505C-CE14-E9878DD72B66}"/>
              </a:ext>
            </a:extLst>
          </p:cNvPr>
          <p:cNvSpPr/>
          <p:nvPr/>
        </p:nvSpPr>
        <p:spPr>
          <a:xfrm>
            <a:off x="333375" y="2336000"/>
            <a:ext cx="762000" cy="27429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ctr" fontAlgn="ctr">
              <a:lnSpc>
                <a:spcPts val="2160"/>
              </a:lnSpc>
            </a:pPr>
            <a:r>
              <a:rPr lang="en-US" sz="1875" kern="0" spc="-113" dirty="0">
                <a:ea typeface="Inter SemiBold" pitchFamily="34" charset="-122"/>
                <a:cs typeface="Arial" panose="020B0604020202020204" pitchFamily="34" charset="0"/>
              </a:rPr>
              <a:t>1</a:t>
            </a:r>
            <a:endParaRPr lang="en-US" dirty="0">
              <a:cs typeface="Arial" panose="020B0604020202020204" pitchFamily="34" charset="0"/>
            </a:endParaRPr>
          </a:p>
        </p:txBody>
      </p:sp>
      <p:sp>
        <p:nvSpPr>
          <p:cNvPr id="20" name="Text 6">
            <a:extLst>
              <a:ext uri="{FF2B5EF4-FFF2-40B4-BE49-F238E27FC236}">
                <a16:creationId xmlns:a16="http://schemas.microsoft.com/office/drawing/2014/main" id="{B16E5297-DF33-0C61-97EA-02148A1DC919}"/>
              </a:ext>
            </a:extLst>
          </p:cNvPr>
          <p:cNvSpPr/>
          <p:nvPr/>
        </p:nvSpPr>
        <p:spPr>
          <a:xfrm>
            <a:off x="1143000" y="4665464"/>
            <a:ext cx="2476500" cy="26327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l" fontAlgn="ctr">
              <a:lnSpc>
                <a:spcPts val="2074"/>
              </a:lnSpc>
            </a:pPr>
            <a:r>
              <a:rPr lang="en-US" sz="2400" b="1" kern="0" spc="-108" dirty="0">
                <a:ea typeface="Inter SemiBold" pitchFamily="34" charset="-122"/>
                <a:cs typeface="Arial" panose="020B0604020202020204" pitchFamily="34" charset="0"/>
              </a:rPr>
              <a:t>Model Loading</a:t>
            </a:r>
            <a:endParaRPr lang="en-US" sz="2400" b="1" dirty="0">
              <a:cs typeface="Arial" panose="020B0604020202020204" pitchFamily="34" charset="0"/>
            </a:endParaRPr>
          </a:p>
        </p:txBody>
      </p:sp>
      <p:sp>
        <p:nvSpPr>
          <p:cNvPr id="22" name="Text 7">
            <a:extLst>
              <a:ext uri="{FF2B5EF4-FFF2-40B4-BE49-F238E27FC236}">
                <a16:creationId xmlns:a16="http://schemas.microsoft.com/office/drawing/2014/main" id="{9F2CF409-A040-255A-FA3C-0A2543789690}"/>
              </a:ext>
            </a:extLst>
          </p:cNvPr>
          <p:cNvSpPr/>
          <p:nvPr/>
        </p:nvSpPr>
        <p:spPr>
          <a:xfrm>
            <a:off x="1143000" y="5007620"/>
            <a:ext cx="2476500" cy="781794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just" fontAlgn="ctr">
              <a:lnSpc>
                <a:spcPts val="2052"/>
              </a:lnSpc>
              <a:spcBef>
                <a:spcPts val="610"/>
              </a:spcBef>
            </a:pPr>
            <a:r>
              <a:rPr lang="en-US" sz="1600" kern="0" spc="-30" dirty="0">
                <a:ea typeface="Inter Medium" pitchFamily="34" charset="-122"/>
                <a:cs typeface="Arial" panose="020B0604020202020204" pitchFamily="34" charset="0"/>
              </a:rPr>
              <a:t>Initialize the YOLO architecture with pre-trained weights.</a:t>
            </a:r>
            <a:endParaRPr lang="en-US" sz="1600" dirty="0">
              <a:cs typeface="Arial" panose="020B0604020202020204" pitchFamily="34" charset="0"/>
            </a:endParaRPr>
          </a:p>
        </p:txBody>
      </p:sp>
      <p:sp>
        <p:nvSpPr>
          <p:cNvPr id="23" name="Shape 8">
            <a:extLst>
              <a:ext uri="{FF2B5EF4-FFF2-40B4-BE49-F238E27FC236}">
                <a16:creationId xmlns:a16="http://schemas.microsoft.com/office/drawing/2014/main" id="{A638E873-E48B-A491-521F-E3BB2B93535D}"/>
              </a:ext>
            </a:extLst>
          </p:cNvPr>
          <p:cNvSpPr/>
          <p:nvPr/>
        </p:nvSpPr>
        <p:spPr>
          <a:xfrm>
            <a:off x="476250" y="4556665"/>
            <a:ext cx="476250" cy="476250"/>
          </a:xfrm>
          <a:prstGeom prst="ellipse">
            <a:avLst/>
          </a:prstGeom>
          <a:solidFill>
            <a:srgbClr val="FEC088"/>
          </a:solidFill>
          <a:ln>
            <a:miter lim="800000"/>
          </a:ln>
        </p:spPr>
        <p:txBody>
          <a:bodyPr/>
          <a:lstStyle/>
          <a:p>
            <a:endParaRPr lang="zh-CN" altLang="en-US">
              <a:cs typeface="Arial" panose="020B0604020202020204" pitchFamily="34" charset="0"/>
            </a:endParaRPr>
          </a:p>
        </p:txBody>
      </p:sp>
      <p:sp>
        <p:nvSpPr>
          <p:cNvPr id="24" name="Text 9">
            <a:extLst>
              <a:ext uri="{FF2B5EF4-FFF2-40B4-BE49-F238E27FC236}">
                <a16:creationId xmlns:a16="http://schemas.microsoft.com/office/drawing/2014/main" id="{E994B6FD-228C-AC17-02BB-D68563D208A5}"/>
              </a:ext>
            </a:extLst>
          </p:cNvPr>
          <p:cNvSpPr/>
          <p:nvPr/>
        </p:nvSpPr>
        <p:spPr>
          <a:xfrm>
            <a:off x="333375" y="4655338"/>
            <a:ext cx="762000" cy="27429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ctr" fontAlgn="ctr">
              <a:lnSpc>
                <a:spcPts val="2160"/>
              </a:lnSpc>
            </a:pPr>
            <a:r>
              <a:rPr lang="en-US" sz="1875" kern="0" spc="-113" dirty="0">
                <a:ea typeface="Inter SemiBold" pitchFamily="34" charset="-122"/>
                <a:cs typeface="Arial" panose="020B0604020202020204" pitchFamily="34" charset="0"/>
              </a:rPr>
              <a:t>2</a:t>
            </a:r>
            <a:endParaRPr lang="en-US" dirty="0">
              <a:cs typeface="Arial" panose="020B0604020202020204" pitchFamily="34" charset="0"/>
            </a:endParaRPr>
          </a:p>
        </p:txBody>
      </p:sp>
      <p:sp>
        <p:nvSpPr>
          <p:cNvPr id="25" name="Text 10">
            <a:extLst>
              <a:ext uri="{FF2B5EF4-FFF2-40B4-BE49-F238E27FC236}">
                <a16:creationId xmlns:a16="http://schemas.microsoft.com/office/drawing/2014/main" id="{378983C9-EE24-E017-CBBF-2AE641FE7DD0}"/>
              </a:ext>
            </a:extLst>
          </p:cNvPr>
          <p:cNvSpPr/>
          <p:nvPr/>
        </p:nvSpPr>
        <p:spPr>
          <a:xfrm>
            <a:off x="9525000" y="1959570"/>
            <a:ext cx="2476500" cy="26327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l" fontAlgn="ctr">
              <a:lnSpc>
                <a:spcPts val="2074"/>
              </a:lnSpc>
            </a:pPr>
            <a:r>
              <a:rPr lang="en-US" altLang="zh-CN" sz="2400" b="1" kern="0" spc="-108" dirty="0">
                <a:ea typeface="Inter SemiBold" pitchFamily="34" charset="-122"/>
                <a:cs typeface="Arial" panose="020B0604020202020204" pitchFamily="34" charset="0"/>
              </a:rPr>
              <a:t>Model</a:t>
            </a:r>
            <a:r>
              <a:rPr lang="en-US" sz="2400" b="1" kern="0" spc="-108" dirty="0">
                <a:ea typeface="Inter SemiBold" pitchFamily="34" charset="-122"/>
                <a:cs typeface="Arial" panose="020B0604020202020204" pitchFamily="34" charset="0"/>
              </a:rPr>
              <a:t> Input</a:t>
            </a:r>
            <a:endParaRPr lang="en-US" sz="2400" b="1" dirty="0">
              <a:cs typeface="Arial" panose="020B0604020202020204" pitchFamily="34" charset="0"/>
            </a:endParaRPr>
          </a:p>
        </p:txBody>
      </p:sp>
      <p:sp>
        <p:nvSpPr>
          <p:cNvPr id="26" name="Text 11">
            <a:extLst>
              <a:ext uri="{FF2B5EF4-FFF2-40B4-BE49-F238E27FC236}">
                <a16:creationId xmlns:a16="http://schemas.microsoft.com/office/drawing/2014/main" id="{6F865742-E584-EEB1-6308-AC37ECC7609A}"/>
              </a:ext>
            </a:extLst>
          </p:cNvPr>
          <p:cNvSpPr/>
          <p:nvPr/>
        </p:nvSpPr>
        <p:spPr>
          <a:xfrm>
            <a:off x="9525000" y="2209800"/>
            <a:ext cx="2476500" cy="781794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l" fontAlgn="ctr">
              <a:lnSpc>
                <a:spcPts val="2052"/>
              </a:lnSpc>
              <a:spcBef>
                <a:spcPts val="610"/>
              </a:spcBef>
            </a:pPr>
            <a:r>
              <a:rPr lang="en-US" sz="1600" kern="0" spc="-30" dirty="0">
                <a:ea typeface="Inter Medium" pitchFamily="34" charset="-122"/>
                <a:cs typeface="Arial" panose="020B0604020202020204" pitchFamily="34" charset="0"/>
              </a:rPr>
              <a:t>Pre-process and normalize images for model ingestion.</a:t>
            </a:r>
            <a:endParaRPr lang="en-US" sz="1600" dirty="0">
              <a:cs typeface="Arial" panose="020B0604020202020204" pitchFamily="34" charset="0"/>
            </a:endParaRPr>
          </a:p>
        </p:txBody>
      </p:sp>
      <p:sp>
        <p:nvSpPr>
          <p:cNvPr id="27" name="Shape 12">
            <a:extLst>
              <a:ext uri="{FF2B5EF4-FFF2-40B4-BE49-F238E27FC236}">
                <a16:creationId xmlns:a16="http://schemas.microsoft.com/office/drawing/2014/main" id="{3CBEB7BA-A0A9-8AC1-955C-A8E0A3BEAB04}"/>
              </a:ext>
            </a:extLst>
          </p:cNvPr>
          <p:cNvSpPr/>
          <p:nvPr/>
        </p:nvSpPr>
        <p:spPr>
          <a:xfrm>
            <a:off x="8858250" y="1850771"/>
            <a:ext cx="476250" cy="476250"/>
          </a:xfrm>
          <a:prstGeom prst="ellipse">
            <a:avLst/>
          </a:prstGeom>
          <a:solidFill>
            <a:srgbClr val="FD864D"/>
          </a:solidFill>
          <a:ln>
            <a:miter lim="800000"/>
          </a:ln>
        </p:spPr>
        <p:txBody>
          <a:bodyPr/>
          <a:lstStyle/>
          <a:p>
            <a:endParaRPr lang="zh-CN" altLang="en-US">
              <a:cs typeface="Arial" panose="020B0604020202020204" pitchFamily="34" charset="0"/>
            </a:endParaRPr>
          </a:p>
        </p:txBody>
      </p:sp>
      <p:sp>
        <p:nvSpPr>
          <p:cNvPr id="28" name="Text 13">
            <a:extLst>
              <a:ext uri="{FF2B5EF4-FFF2-40B4-BE49-F238E27FC236}">
                <a16:creationId xmlns:a16="http://schemas.microsoft.com/office/drawing/2014/main" id="{0A7574C6-4E99-3F44-0407-257934BFFF7F}"/>
              </a:ext>
            </a:extLst>
          </p:cNvPr>
          <p:cNvSpPr/>
          <p:nvPr/>
        </p:nvSpPr>
        <p:spPr>
          <a:xfrm>
            <a:off x="8715375" y="1949444"/>
            <a:ext cx="762000" cy="27429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ctr" fontAlgn="ctr">
              <a:lnSpc>
                <a:spcPts val="2160"/>
              </a:lnSpc>
            </a:pPr>
            <a:r>
              <a:rPr lang="en-US" sz="1875" kern="0" spc="-113" dirty="0">
                <a:ea typeface="Inter SemiBold" pitchFamily="34" charset="-122"/>
                <a:cs typeface="Arial" panose="020B0604020202020204" pitchFamily="34" charset="0"/>
              </a:rPr>
              <a:t>3</a:t>
            </a:r>
            <a:endParaRPr lang="en-US" dirty="0">
              <a:cs typeface="Arial" panose="020B0604020202020204" pitchFamily="34" charset="0"/>
            </a:endParaRPr>
          </a:p>
        </p:txBody>
      </p:sp>
      <p:sp>
        <p:nvSpPr>
          <p:cNvPr id="29" name="Text 14">
            <a:extLst>
              <a:ext uri="{FF2B5EF4-FFF2-40B4-BE49-F238E27FC236}">
                <a16:creationId xmlns:a16="http://schemas.microsoft.com/office/drawing/2014/main" id="{FBBA7A30-3B8C-6F29-2E1A-F3032FE8FCBC}"/>
              </a:ext>
            </a:extLst>
          </p:cNvPr>
          <p:cNvSpPr/>
          <p:nvPr/>
        </p:nvSpPr>
        <p:spPr>
          <a:xfrm>
            <a:off x="9525000" y="3490333"/>
            <a:ext cx="2476500" cy="26327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l" fontAlgn="ctr">
              <a:lnSpc>
                <a:spcPts val="2074"/>
              </a:lnSpc>
            </a:pPr>
            <a:r>
              <a:rPr lang="en-US" sz="2400" b="1" kern="0" spc="-108" dirty="0">
                <a:ea typeface="Inter SemiBold" pitchFamily="34" charset="-122"/>
                <a:cs typeface="Arial" panose="020B0604020202020204" pitchFamily="34" charset="0"/>
              </a:rPr>
              <a:t>Detection</a:t>
            </a:r>
            <a:endParaRPr lang="en-US" sz="2400" b="1" dirty="0">
              <a:cs typeface="Arial" panose="020B0604020202020204" pitchFamily="34" charset="0"/>
            </a:endParaRPr>
          </a:p>
        </p:txBody>
      </p:sp>
      <p:sp>
        <p:nvSpPr>
          <p:cNvPr id="31" name="Text 15">
            <a:extLst>
              <a:ext uri="{FF2B5EF4-FFF2-40B4-BE49-F238E27FC236}">
                <a16:creationId xmlns:a16="http://schemas.microsoft.com/office/drawing/2014/main" id="{AA2E2974-1AD3-FD62-F722-D5B3AC1934AE}"/>
              </a:ext>
            </a:extLst>
          </p:cNvPr>
          <p:cNvSpPr/>
          <p:nvPr/>
        </p:nvSpPr>
        <p:spPr>
          <a:xfrm>
            <a:off x="9525000" y="3790206"/>
            <a:ext cx="2476500" cy="781794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just" fontAlgn="ctr">
              <a:lnSpc>
                <a:spcPts val="2052"/>
              </a:lnSpc>
              <a:spcBef>
                <a:spcPts val="610"/>
              </a:spcBef>
            </a:pPr>
            <a:r>
              <a:rPr lang="en-US" sz="1600" kern="0" spc="-30" dirty="0">
                <a:ea typeface="Inter Medium" pitchFamily="34" charset="-122"/>
                <a:cs typeface="Arial" panose="020B0604020202020204" pitchFamily="34" charset="0"/>
              </a:rPr>
              <a:t>Run inference to identify objects and bounding boxes.</a:t>
            </a:r>
            <a:endParaRPr lang="en-US" sz="1600" dirty="0">
              <a:cs typeface="Arial" panose="020B0604020202020204" pitchFamily="34" charset="0"/>
            </a:endParaRPr>
          </a:p>
        </p:txBody>
      </p:sp>
      <p:sp>
        <p:nvSpPr>
          <p:cNvPr id="32" name="Shape 16">
            <a:extLst>
              <a:ext uri="{FF2B5EF4-FFF2-40B4-BE49-F238E27FC236}">
                <a16:creationId xmlns:a16="http://schemas.microsoft.com/office/drawing/2014/main" id="{29F37C5A-2D30-7400-81B8-F01C442E7B00}"/>
              </a:ext>
            </a:extLst>
          </p:cNvPr>
          <p:cNvSpPr/>
          <p:nvPr/>
        </p:nvSpPr>
        <p:spPr>
          <a:xfrm>
            <a:off x="8858250" y="3381534"/>
            <a:ext cx="476250" cy="476250"/>
          </a:xfrm>
          <a:prstGeom prst="ellipse">
            <a:avLst/>
          </a:prstGeom>
          <a:solidFill>
            <a:srgbClr val="FF8000"/>
          </a:solidFill>
          <a:ln>
            <a:miter lim="800000"/>
          </a:ln>
        </p:spPr>
        <p:txBody>
          <a:bodyPr/>
          <a:lstStyle/>
          <a:p>
            <a:endParaRPr lang="zh-CN" altLang="en-US">
              <a:cs typeface="Arial" panose="020B0604020202020204" pitchFamily="34" charset="0"/>
            </a:endParaRPr>
          </a:p>
        </p:txBody>
      </p:sp>
      <p:sp>
        <p:nvSpPr>
          <p:cNvPr id="33" name="Text 17">
            <a:extLst>
              <a:ext uri="{FF2B5EF4-FFF2-40B4-BE49-F238E27FC236}">
                <a16:creationId xmlns:a16="http://schemas.microsoft.com/office/drawing/2014/main" id="{C1637A97-87A6-2B59-5D1C-D9949738C229}"/>
              </a:ext>
            </a:extLst>
          </p:cNvPr>
          <p:cNvSpPr/>
          <p:nvPr/>
        </p:nvSpPr>
        <p:spPr>
          <a:xfrm>
            <a:off x="8715375" y="3480207"/>
            <a:ext cx="762000" cy="27429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ctr" fontAlgn="ctr">
              <a:lnSpc>
                <a:spcPts val="2160"/>
              </a:lnSpc>
            </a:pPr>
            <a:r>
              <a:rPr lang="en-US" sz="1875" kern="0" spc="-113" dirty="0">
                <a:ea typeface="Inter SemiBold" pitchFamily="34" charset="-122"/>
                <a:cs typeface="Arial" panose="020B0604020202020204" pitchFamily="34" charset="0"/>
              </a:rPr>
              <a:t>4</a:t>
            </a:r>
            <a:endParaRPr lang="en-US" dirty="0">
              <a:cs typeface="Arial" panose="020B0604020202020204" pitchFamily="34" charset="0"/>
            </a:endParaRPr>
          </a:p>
        </p:txBody>
      </p:sp>
      <p:sp>
        <p:nvSpPr>
          <p:cNvPr id="34" name="Text 18">
            <a:extLst>
              <a:ext uri="{FF2B5EF4-FFF2-40B4-BE49-F238E27FC236}">
                <a16:creationId xmlns:a16="http://schemas.microsoft.com/office/drawing/2014/main" id="{8F1EA1AD-2A08-A6B6-D38F-46DBF0999806}"/>
              </a:ext>
            </a:extLst>
          </p:cNvPr>
          <p:cNvSpPr/>
          <p:nvPr/>
        </p:nvSpPr>
        <p:spPr>
          <a:xfrm>
            <a:off x="9525000" y="5021096"/>
            <a:ext cx="2476500" cy="26327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l" fontAlgn="ctr">
              <a:lnSpc>
                <a:spcPts val="2074"/>
              </a:lnSpc>
            </a:pPr>
            <a:r>
              <a:rPr lang="en-US" sz="2400" b="1" kern="0" spc="-108" dirty="0">
                <a:ea typeface="Inter SemiBold" pitchFamily="34" charset="-122"/>
                <a:cs typeface="Arial" panose="020B0604020202020204" pitchFamily="34" charset="0"/>
              </a:rPr>
              <a:t>Visualization</a:t>
            </a:r>
            <a:endParaRPr lang="en-US" sz="2400" b="1" dirty="0">
              <a:cs typeface="Arial" panose="020B0604020202020204" pitchFamily="34" charset="0"/>
            </a:endParaRPr>
          </a:p>
        </p:txBody>
      </p:sp>
      <p:sp>
        <p:nvSpPr>
          <p:cNvPr id="35" name="Text 19">
            <a:extLst>
              <a:ext uri="{FF2B5EF4-FFF2-40B4-BE49-F238E27FC236}">
                <a16:creationId xmlns:a16="http://schemas.microsoft.com/office/drawing/2014/main" id="{C4A6C5F3-6B87-3509-3558-6E56DCF3A48C}"/>
              </a:ext>
            </a:extLst>
          </p:cNvPr>
          <p:cNvSpPr/>
          <p:nvPr/>
        </p:nvSpPr>
        <p:spPr>
          <a:xfrm>
            <a:off x="9525000" y="5257800"/>
            <a:ext cx="2476500" cy="781794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just" fontAlgn="ctr">
              <a:lnSpc>
                <a:spcPts val="2052"/>
              </a:lnSpc>
              <a:spcBef>
                <a:spcPts val="610"/>
              </a:spcBef>
            </a:pPr>
            <a:r>
              <a:rPr lang="en-US" sz="1600" kern="0" spc="-30" dirty="0">
                <a:ea typeface="Inter Medium" pitchFamily="34" charset="-122"/>
                <a:cs typeface="Arial" panose="020B0604020202020204" pitchFamily="34" charset="0"/>
              </a:rPr>
              <a:t>Apply post-processing and display detection results.</a:t>
            </a:r>
            <a:endParaRPr lang="en-US" sz="1600" dirty="0">
              <a:cs typeface="Arial" panose="020B0604020202020204" pitchFamily="34" charset="0"/>
            </a:endParaRPr>
          </a:p>
        </p:txBody>
      </p:sp>
      <p:sp>
        <p:nvSpPr>
          <p:cNvPr id="36" name="Shape 20">
            <a:extLst>
              <a:ext uri="{FF2B5EF4-FFF2-40B4-BE49-F238E27FC236}">
                <a16:creationId xmlns:a16="http://schemas.microsoft.com/office/drawing/2014/main" id="{4EE19D06-B324-AD82-8A42-5E52EF9A963E}"/>
              </a:ext>
            </a:extLst>
          </p:cNvPr>
          <p:cNvSpPr/>
          <p:nvPr/>
        </p:nvSpPr>
        <p:spPr>
          <a:xfrm>
            <a:off x="8858250" y="4912297"/>
            <a:ext cx="476250" cy="476250"/>
          </a:xfrm>
          <a:prstGeom prst="ellipse">
            <a:avLst/>
          </a:prstGeom>
          <a:solidFill>
            <a:srgbClr val="FF797A"/>
          </a:solidFill>
          <a:ln>
            <a:miter lim="800000"/>
          </a:ln>
        </p:spPr>
        <p:txBody>
          <a:bodyPr/>
          <a:lstStyle/>
          <a:p>
            <a:endParaRPr lang="zh-CN" altLang="en-US">
              <a:cs typeface="Arial" panose="020B0604020202020204" pitchFamily="34" charset="0"/>
            </a:endParaRPr>
          </a:p>
        </p:txBody>
      </p:sp>
      <p:sp>
        <p:nvSpPr>
          <p:cNvPr id="37" name="Text 21">
            <a:extLst>
              <a:ext uri="{FF2B5EF4-FFF2-40B4-BE49-F238E27FC236}">
                <a16:creationId xmlns:a16="http://schemas.microsoft.com/office/drawing/2014/main" id="{850E5607-1C54-E107-A52E-C2BF98B3342C}"/>
              </a:ext>
            </a:extLst>
          </p:cNvPr>
          <p:cNvSpPr/>
          <p:nvPr/>
        </p:nvSpPr>
        <p:spPr>
          <a:xfrm>
            <a:off x="8715375" y="5010970"/>
            <a:ext cx="762000" cy="27429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ctr" fontAlgn="ctr">
              <a:lnSpc>
                <a:spcPts val="2160"/>
              </a:lnSpc>
            </a:pPr>
            <a:r>
              <a:rPr lang="en-US" sz="1875" kern="0" spc="-113" dirty="0">
                <a:ea typeface="Inter SemiBold" pitchFamily="34" charset="-122"/>
                <a:cs typeface="Arial" panose="020B0604020202020204" pitchFamily="34" charset="0"/>
              </a:rPr>
              <a:t>5</a:t>
            </a:r>
            <a:endParaRPr lang="en-US" dirty="0">
              <a:cs typeface="Arial" panose="020B0604020202020204" pitchFamily="34" charset="0"/>
            </a:endParaRPr>
          </a:p>
        </p:txBody>
      </p:sp>
      <p:sp>
        <p:nvSpPr>
          <p:cNvPr id="38" name="Shape 22">
            <a:extLst>
              <a:ext uri="{FF2B5EF4-FFF2-40B4-BE49-F238E27FC236}">
                <a16:creationId xmlns:a16="http://schemas.microsoft.com/office/drawing/2014/main" id="{AC5A8BCF-4975-6C59-FEFC-1C331438A7A1}"/>
              </a:ext>
            </a:extLst>
          </p:cNvPr>
          <p:cNvSpPr/>
          <p:nvPr/>
        </p:nvSpPr>
        <p:spPr>
          <a:xfrm>
            <a:off x="5857875" y="2076450"/>
            <a:ext cx="476250" cy="476250"/>
          </a:xfrm>
          <a:prstGeom prst="ellipse">
            <a:avLst/>
          </a:prstGeom>
          <a:solidFill>
            <a:srgbClr val="FFFFFF"/>
          </a:solidFill>
          <a:ln>
            <a:miter lim="800000"/>
          </a:ln>
        </p:spPr>
        <p:txBody>
          <a:bodyPr/>
          <a:lstStyle/>
          <a:p>
            <a:endParaRPr lang="zh-CN" altLang="en-US">
              <a:cs typeface="Arial" panose="020B0604020202020204" pitchFamily="34" charset="0"/>
            </a:endParaRPr>
          </a:p>
        </p:txBody>
      </p:sp>
      <p:sp>
        <p:nvSpPr>
          <p:cNvPr id="39" name="Text 23">
            <a:extLst>
              <a:ext uri="{FF2B5EF4-FFF2-40B4-BE49-F238E27FC236}">
                <a16:creationId xmlns:a16="http://schemas.microsoft.com/office/drawing/2014/main" id="{664260D4-C497-9B19-34B4-966F98B1E41D}"/>
              </a:ext>
            </a:extLst>
          </p:cNvPr>
          <p:cNvSpPr/>
          <p:nvPr/>
        </p:nvSpPr>
        <p:spPr>
          <a:xfrm>
            <a:off x="5715000" y="2175123"/>
            <a:ext cx="762000" cy="27429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ctr" fontAlgn="ctr">
              <a:lnSpc>
                <a:spcPts val="2160"/>
              </a:lnSpc>
            </a:pPr>
            <a:r>
              <a:rPr lang="en-US" sz="1875" kern="0" spc="-113" dirty="0">
                <a:ea typeface="Inter SemiBold" pitchFamily="34" charset="-122"/>
                <a:cs typeface="Arial" panose="020B0604020202020204" pitchFamily="34" charset="0"/>
              </a:rPr>
              <a:t>1</a:t>
            </a:r>
            <a:endParaRPr lang="en-US" dirty="0">
              <a:cs typeface="Arial" panose="020B0604020202020204" pitchFamily="34" charset="0"/>
            </a:endParaRPr>
          </a:p>
        </p:txBody>
      </p:sp>
      <p:sp>
        <p:nvSpPr>
          <p:cNvPr id="40" name="Shape 24">
            <a:extLst>
              <a:ext uri="{FF2B5EF4-FFF2-40B4-BE49-F238E27FC236}">
                <a16:creationId xmlns:a16="http://schemas.microsoft.com/office/drawing/2014/main" id="{3A938F7E-24FA-7E55-CC56-C59CEB6F744A}"/>
              </a:ext>
            </a:extLst>
          </p:cNvPr>
          <p:cNvSpPr/>
          <p:nvPr/>
        </p:nvSpPr>
        <p:spPr>
          <a:xfrm>
            <a:off x="7520167" y="3284176"/>
            <a:ext cx="476250" cy="476250"/>
          </a:xfrm>
          <a:prstGeom prst="ellipse">
            <a:avLst/>
          </a:prstGeom>
          <a:solidFill>
            <a:srgbClr val="FFFFFF"/>
          </a:solidFill>
          <a:ln>
            <a:miter lim="800000"/>
          </a:ln>
        </p:spPr>
        <p:txBody>
          <a:bodyPr/>
          <a:lstStyle/>
          <a:p>
            <a:endParaRPr lang="zh-CN" altLang="en-US">
              <a:cs typeface="Arial" panose="020B0604020202020204" pitchFamily="34" charset="0"/>
            </a:endParaRPr>
          </a:p>
        </p:txBody>
      </p:sp>
      <p:sp>
        <p:nvSpPr>
          <p:cNvPr id="41" name="Text 25">
            <a:extLst>
              <a:ext uri="{FF2B5EF4-FFF2-40B4-BE49-F238E27FC236}">
                <a16:creationId xmlns:a16="http://schemas.microsoft.com/office/drawing/2014/main" id="{310B88FE-4CDA-470C-3405-BACD7DAECF7B}"/>
              </a:ext>
            </a:extLst>
          </p:cNvPr>
          <p:cNvSpPr/>
          <p:nvPr/>
        </p:nvSpPr>
        <p:spPr>
          <a:xfrm>
            <a:off x="7377292" y="3382849"/>
            <a:ext cx="762000" cy="27429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ctr" fontAlgn="ctr">
              <a:lnSpc>
                <a:spcPts val="2160"/>
              </a:lnSpc>
            </a:pPr>
            <a:r>
              <a:rPr lang="en-US" sz="1875" kern="0" spc="-113" dirty="0">
                <a:ea typeface="Inter SemiBold" pitchFamily="34" charset="-122"/>
                <a:cs typeface="Arial" panose="020B0604020202020204" pitchFamily="34" charset="0"/>
              </a:rPr>
              <a:t>2</a:t>
            </a:r>
            <a:endParaRPr lang="en-US" dirty="0">
              <a:cs typeface="Arial" panose="020B0604020202020204" pitchFamily="34" charset="0"/>
            </a:endParaRPr>
          </a:p>
        </p:txBody>
      </p:sp>
      <p:sp>
        <p:nvSpPr>
          <p:cNvPr id="42" name="Shape 26">
            <a:extLst>
              <a:ext uri="{FF2B5EF4-FFF2-40B4-BE49-F238E27FC236}">
                <a16:creationId xmlns:a16="http://schemas.microsoft.com/office/drawing/2014/main" id="{81933A96-B0A8-5235-1DC5-AD8A0BAEB49C}"/>
              </a:ext>
            </a:extLst>
          </p:cNvPr>
          <p:cNvSpPr/>
          <p:nvPr/>
        </p:nvSpPr>
        <p:spPr>
          <a:xfrm>
            <a:off x="6885228" y="5238318"/>
            <a:ext cx="476250" cy="476250"/>
          </a:xfrm>
          <a:prstGeom prst="ellipse">
            <a:avLst/>
          </a:prstGeom>
          <a:solidFill>
            <a:srgbClr val="FFFFFF"/>
          </a:solidFill>
          <a:ln>
            <a:miter lim="800000"/>
          </a:ln>
        </p:spPr>
        <p:txBody>
          <a:bodyPr/>
          <a:lstStyle/>
          <a:p>
            <a:endParaRPr lang="zh-CN" altLang="en-US">
              <a:cs typeface="Arial" panose="020B0604020202020204" pitchFamily="34" charset="0"/>
            </a:endParaRPr>
          </a:p>
        </p:txBody>
      </p:sp>
      <p:sp>
        <p:nvSpPr>
          <p:cNvPr id="43" name="Text 27">
            <a:extLst>
              <a:ext uri="{FF2B5EF4-FFF2-40B4-BE49-F238E27FC236}">
                <a16:creationId xmlns:a16="http://schemas.microsoft.com/office/drawing/2014/main" id="{F1F8D8C6-B8A4-C393-1A6A-22CB825CDA8E}"/>
              </a:ext>
            </a:extLst>
          </p:cNvPr>
          <p:cNvSpPr/>
          <p:nvPr/>
        </p:nvSpPr>
        <p:spPr>
          <a:xfrm>
            <a:off x="6742353" y="5336991"/>
            <a:ext cx="762000" cy="27429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ctr" fontAlgn="ctr">
              <a:lnSpc>
                <a:spcPts val="2160"/>
              </a:lnSpc>
            </a:pPr>
            <a:r>
              <a:rPr lang="en-US" sz="1875" kern="0" spc="-113" dirty="0">
                <a:ea typeface="Inter SemiBold" pitchFamily="34" charset="-122"/>
                <a:cs typeface="Arial" panose="020B0604020202020204" pitchFamily="34" charset="0"/>
              </a:rPr>
              <a:t>3</a:t>
            </a:r>
            <a:endParaRPr lang="en-US" dirty="0">
              <a:cs typeface="Arial" panose="020B0604020202020204" pitchFamily="34" charset="0"/>
            </a:endParaRPr>
          </a:p>
        </p:txBody>
      </p:sp>
      <p:sp>
        <p:nvSpPr>
          <p:cNvPr id="44" name="Shape 28">
            <a:extLst>
              <a:ext uri="{FF2B5EF4-FFF2-40B4-BE49-F238E27FC236}">
                <a16:creationId xmlns:a16="http://schemas.microsoft.com/office/drawing/2014/main" id="{2EA42116-7E97-B526-9E96-4DC1C92AE0B2}"/>
              </a:ext>
            </a:extLst>
          </p:cNvPr>
          <p:cNvSpPr/>
          <p:nvPr/>
        </p:nvSpPr>
        <p:spPr>
          <a:xfrm>
            <a:off x="4830522" y="5238318"/>
            <a:ext cx="476250" cy="476250"/>
          </a:xfrm>
          <a:prstGeom prst="ellipse">
            <a:avLst/>
          </a:prstGeom>
          <a:solidFill>
            <a:srgbClr val="FFFFFF"/>
          </a:solidFill>
          <a:ln>
            <a:miter lim="800000"/>
          </a:ln>
        </p:spPr>
        <p:txBody>
          <a:bodyPr/>
          <a:lstStyle/>
          <a:p>
            <a:endParaRPr lang="zh-CN" altLang="en-US">
              <a:cs typeface="Arial" panose="020B0604020202020204" pitchFamily="34" charset="0"/>
            </a:endParaRPr>
          </a:p>
        </p:txBody>
      </p:sp>
      <p:sp>
        <p:nvSpPr>
          <p:cNvPr id="45" name="Text 29">
            <a:extLst>
              <a:ext uri="{FF2B5EF4-FFF2-40B4-BE49-F238E27FC236}">
                <a16:creationId xmlns:a16="http://schemas.microsoft.com/office/drawing/2014/main" id="{04113C45-93C5-9957-94C4-E5E60BE39809}"/>
              </a:ext>
            </a:extLst>
          </p:cNvPr>
          <p:cNvSpPr/>
          <p:nvPr/>
        </p:nvSpPr>
        <p:spPr>
          <a:xfrm>
            <a:off x="4687647" y="5336991"/>
            <a:ext cx="762000" cy="27429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ctr" fontAlgn="ctr">
              <a:lnSpc>
                <a:spcPts val="2160"/>
              </a:lnSpc>
            </a:pPr>
            <a:r>
              <a:rPr lang="en-US" sz="1875" kern="0" spc="-113" dirty="0">
                <a:ea typeface="Inter SemiBold" pitchFamily="34" charset="-122"/>
                <a:cs typeface="Arial" panose="020B0604020202020204" pitchFamily="34" charset="0"/>
              </a:rPr>
              <a:t>4</a:t>
            </a:r>
            <a:endParaRPr lang="en-US" dirty="0">
              <a:cs typeface="Arial" panose="020B0604020202020204" pitchFamily="34" charset="0"/>
            </a:endParaRPr>
          </a:p>
        </p:txBody>
      </p:sp>
      <p:sp>
        <p:nvSpPr>
          <p:cNvPr id="46" name="Shape 30">
            <a:extLst>
              <a:ext uri="{FF2B5EF4-FFF2-40B4-BE49-F238E27FC236}">
                <a16:creationId xmlns:a16="http://schemas.microsoft.com/office/drawing/2014/main" id="{36DD80ED-1595-A056-E334-DA0831DF27A3}"/>
              </a:ext>
            </a:extLst>
          </p:cNvPr>
          <p:cNvSpPr/>
          <p:nvPr/>
        </p:nvSpPr>
        <p:spPr>
          <a:xfrm>
            <a:off x="4195583" y="3284176"/>
            <a:ext cx="476250" cy="476250"/>
          </a:xfrm>
          <a:prstGeom prst="ellipse">
            <a:avLst/>
          </a:prstGeom>
          <a:solidFill>
            <a:srgbClr val="FFFFFF"/>
          </a:solidFill>
          <a:ln>
            <a:miter lim="800000"/>
          </a:ln>
        </p:spPr>
        <p:txBody>
          <a:bodyPr/>
          <a:lstStyle/>
          <a:p>
            <a:endParaRPr lang="zh-CN" altLang="en-US">
              <a:cs typeface="Arial" panose="020B0604020202020204" pitchFamily="34" charset="0"/>
            </a:endParaRPr>
          </a:p>
        </p:txBody>
      </p:sp>
      <p:sp>
        <p:nvSpPr>
          <p:cNvPr id="47" name="Text 31">
            <a:extLst>
              <a:ext uri="{FF2B5EF4-FFF2-40B4-BE49-F238E27FC236}">
                <a16:creationId xmlns:a16="http://schemas.microsoft.com/office/drawing/2014/main" id="{CCD31ADE-B1F3-7648-B6D9-93D2F93455AF}"/>
              </a:ext>
            </a:extLst>
          </p:cNvPr>
          <p:cNvSpPr/>
          <p:nvPr/>
        </p:nvSpPr>
        <p:spPr>
          <a:xfrm>
            <a:off x="4052708" y="3382849"/>
            <a:ext cx="762000" cy="27429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ctr" fontAlgn="ctr">
              <a:lnSpc>
                <a:spcPts val="2160"/>
              </a:lnSpc>
            </a:pPr>
            <a:r>
              <a:rPr lang="en-US" sz="1875" kern="0" spc="-113" dirty="0">
                <a:ea typeface="Inter SemiBold" pitchFamily="34" charset="-122"/>
                <a:cs typeface="Arial" panose="020B0604020202020204" pitchFamily="34" charset="0"/>
              </a:rPr>
              <a:t>5</a:t>
            </a:r>
            <a:endParaRPr lang="en-US" dirty="0">
              <a:cs typeface="Arial" panose="020B0604020202020204" pitchFamily="34" charset="0"/>
            </a:endParaRPr>
          </a:p>
        </p:txBody>
      </p:sp>
      <p:sp>
        <p:nvSpPr>
          <p:cNvPr id="48" name="Text Placeholder 3">
            <a:extLst>
              <a:ext uri="{FF2B5EF4-FFF2-40B4-BE49-F238E27FC236}">
                <a16:creationId xmlns:a16="http://schemas.microsoft.com/office/drawing/2014/main" id="{CF2FCDE5-6F3F-E230-1B65-7227EA6A63F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1059585"/>
            <a:ext cx="12192000" cy="369332"/>
          </a:xfrm>
        </p:spPr>
        <p:txBody>
          <a:bodyPr/>
          <a:lstStyle/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A step-by-step guide to object detection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27023219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AB468C-7BC7-E642-2772-3B34984A74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EB5E141-D26F-C980-D2AF-1AACD5EA3E6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4114" y="97816"/>
            <a:ext cx="8332549" cy="492443"/>
          </a:xfrm>
        </p:spPr>
        <p:txBody>
          <a:bodyPr/>
          <a:lstStyle/>
          <a:p>
            <a:r>
              <a:rPr lang="en-HK" sz="3200" dirty="0">
                <a:latin typeface="Arial" panose="020B0604020202020204" pitchFamily="34" charset="0"/>
                <a:cs typeface="Arial" panose="020B0604020202020204" pitchFamily="34" charset="0"/>
              </a:rPr>
              <a:t>3. YOLO Tutorial Workflow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AD4D9B-FCA2-8267-4745-AA821141985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1059585"/>
            <a:ext cx="12192000" cy="369332"/>
          </a:xfrm>
        </p:spPr>
        <p:txBody>
          <a:bodyPr/>
          <a:lstStyle/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Environment Setup</a:t>
            </a:r>
          </a:p>
        </p:txBody>
      </p:sp>
      <p:pic>
        <p:nvPicPr>
          <p:cNvPr id="5" name="Image 0" descr="a cluster of interconnected software icons representing Python, YOLO, OpenCV, and Matplotlib">
            <a:extLst>
              <a:ext uri="{FF2B5EF4-FFF2-40B4-BE49-F238E27FC236}">
                <a16:creationId xmlns:a16="http://schemas.microsoft.com/office/drawing/2014/main" id="{1C8D5092-931E-4701-9C39-8543DA5F864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45" r="1745"/>
          <a:stretch/>
        </p:blipFill>
        <p:spPr>
          <a:xfrm>
            <a:off x="476250" y="1743075"/>
            <a:ext cx="4476750" cy="4638675"/>
          </a:xfrm>
          <a:prstGeom prst="rect">
            <a:avLst/>
          </a:prstGeom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39C3353B-745B-AF49-B5B3-0DFA6D08044F}"/>
              </a:ext>
            </a:extLst>
          </p:cNvPr>
          <p:cNvSpPr/>
          <p:nvPr/>
        </p:nvSpPr>
        <p:spPr>
          <a:xfrm>
            <a:off x="5429250" y="1944588"/>
            <a:ext cx="6618833" cy="4246811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marL="241300" indent="-241300" algn="just" fontAlgn="ctr">
              <a:lnSpc>
                <a:spcPts val="2246"/>
              </a:lnSpc>
              <a:buClr>
                <a:srgbClr val="22AAEE"/>
              </a:buClr>
              <a:buSzPct val="120000"/>
              <a:buChar char="•"/>
            </a:pPr>
            <a:r>
              <a:rPr lang="en-US" sz="2400" kern="0" spc="-117" dirty="0">
                <a:ea typeface="Inter SemiBold" pitchFamily="34" charset="-122"/>
                <a:cs typeface="Arial" panose="020B0604020202020204" pitchFamily="34" charset="0"/>
              </a:rPr>
              <a:t>Python</a:t>
            </a:r>
            <a:endParaRPr lang="en-US" sz="2400" dirty="0">
              <a:cs typeface="Arial" panose="020B0604020202020204" pitchFamily="34" charset="0"/>
            </a:endParaRPr>
          </a:p>
          <a:p>
            <a:pPr marL="241300" lvl="1" indent="0" algn="just" fontAlgn="ctr">
              <a:lnSpc>
                <a:spcPts val="2052"/>
              </a:lnSpc>
              <a:spcBef>
                <a:spcPts val="430"/>
              </a:spcBef>
              <a:buNone/>
            </a:pPr>
            <a:r>
              <a:rPr lang="en-US" sz="1600" kern="0" spc="-30" dirty="0">
                <a:ea typeface="Inter Medium" pitchFamily="34" charset="-122"/>
                <a:cs typeface="Arial" panose="020B0604020202020204" pitchFamily="34" charset="0"/>
              </a:rPr>
              <a:t>The foundational language providing the glue and orchestration for the</a:t>
            </a:r>
            <a:br>
              <a:rPr lang="en-US" sz="1600" kern="0" spc="-30" dirty="0">
                <a:ea typeface="Inter Medium" pitchFamily="34" charset="-122"/>
                <a:cs typeface="Arial" panose="020B0604020202020204" pitchFamily="34" charset="0"/>
              </a:rPr>
            </a:br>
            <a:r>
              <a:rPr lang="en-US" sz="1600" kern="0" spc="-30" dirty="0">
                <a:ea typeface="Inter Medium" pitchFamily="34" charset="-122"/>
                <a:cs typeface="Arial" panose="020B0604020202020204" pitchFamily="34" charset="0"/>
              </a:rPr>
              <a:t>AI pipeline.</a:t>
            </a:r>
            <a:endParaRPr lang="en-US" sz="1600" dirty="0">
              <a:cs typeface="Arial" panose="020B0604020202020204" pitchFamily="34" charset="0"/>
            </a:endParaRPr>
          </a:p>
          <a:p>
            <a:pPr marL="241300" indent="-241300" algn="just" fontAlgn="ctr">
              <a:lnSpc>
                <a:spcPts val="2246"/>
              </a:lnSpc>
              <a:spcBef>
                <a:spcPts val="2055"/>
              </a:spcBef>
              <a:buClr>
                <a:srgbClr val="22AAEE"/>
              </a:buClr>
              <a:buSzPct val="120000"/>
              <a:buChar char="•"/>
            </a:pPr>
            <a:r>
              <a:rPr lang="en-US" sz="2400" kern="0" spc="-117" dirty="0">
                <a:ea typeface="Inter SemiBold" pitchFamily="34" charset="-122"/>
                <a:cs typeface="Arial" panose="020B0604020202020204" pitchFamily="34" charset="0"/>
              </a:rPr>
              <a:t>YOLO Library</a:t>
            </a:r>
            <a:endParaRPr lang="en-US" sz="2400" dirty="0">
              <a:cs typeface="Arial" panose="020B0604020202020204" pitchFamily="34" charset="0"/>
            </a:endParaRPr>
          </a:p>
          <a:p>
            <a:pPr marL="241300" lvl="1" indent="0" algn="just" fontAlgn="ctr">
              <a:lnSpc>
                <a:spcPts val="2052"/>
              </a:lnSpc>
              <a:spcBef>
                <a:spcPts val="430"/>
              </a:spcBef>
              <a:buNone/>
            </a:pPr>
            <a:r>
              <a:rPr lang="en-US" sz="1600" kern="0" spc="-30" dirty="0">
                <a:ea typeface="Inter Medium" pitchFamily="34" charset="-122"/>
                <a:cs typeface="Arial" panose="020B0604020202020204" pitchFamily="34" charset="0"/>
              </a:rPr>
              <a:t>The high-performance engine for real-time object detection and classification.</a:t>
            </a:r>
            <a:endParaRPr lang="en-US" sz="1600" dirty="0">
              <a:cs typeface="Arial" panose="020B0604020202020204" pitchFamily="34" charset="0"/>
            </a:endParaRPr>
          </a:p>
          <a:p>
            <a:pPr marL="241300" indent="-241300" algn="just" fontAlgn="ctr">
              <a:lnSpc>
                <a:spcPts val="2246"/>
              </a:lnSpc>
              <a:spcBef>
                <a:spcPts val="2055"/>
              </a:spcBef>
              <a:buClr>
                <a:srgbClr val="22AAEE"/>
              </a:buClr>
              <a:buSzPct val="120000"/>
              <a:buChar char="•"/>
            </a:pPr>
            <a:r>
              <a:rPr lang="en-US" sz="2400" kern="0" spc="-117" dirty="0">
                <a:ea typeface="Inter SemiBold" pitchFamily="34" charset="-122"/>
                <a:cs typeface="Arial" panose="020B0604020202020204" pitchFamily="34" charset="0"/>
              </a:rPr>
              <a:t>OpenCV</a:t>
            </a:r>
            <a:endParaRPr lang="en-US" sz="2400" dirty="0">
              <a:cs typeface="Arial" panose="020B0604020202020204" pitchFamily="34" charset="0"/>
            </a:endParaRPr>
          </a:p>
          <a:p>
            <a:pPr marL="241300" lvl="1" indent="0" algn="just" fontAlgn="ctr">
              <a:lnSpc>
                <a:spcPts val="2052"/>
              </a:lnSpc>
              <a:spcBef>
                <a:spcPts val="430"/>
              </a:spcBef>
              <a:buNone/>
            </a:pPr>
            <a:r>
              <a:rPr lang="en-US" sz="1600" kern="0" spc="-30" dirty="0">
                <a:ea typeface="Inter Medium" pitchFamily="34" charset="-122"/>
                <a:cs typeface="Arial" panose="020B0604020202020204" pitchFamily="34" charset="0"/>
              </a:rPr>
              <a:t>Essential utility for image pre-processing, data manipulation, and visual</a:t>
            </a:r>
            <a:br>
              <a:rPr lang="en-US" sz="1600" kern="0" spc="-30" dirty="0">
                <a:ea typeface="Inter Medium" pitchFamily="34" charset="-122"/>
                <a:cs typeface="Arial" panose="020B0604020202020204" pitchFamily="34" charset="0"/>
              </a:rPr>
            </a:br>
            <a:r>
              <a:rPr lang="en-US" sz="1600" kern="0" spc="-30" dirty="0">
                <a:ea typeface="Inter Medium" pitchFamily="34" charset="-122"/>
                <a:cs typeface="Arial" panose="020B0604020202020204" pitchFamily="34" charset="0"/>
              </a:rPr>
              <a:t>annotation.</a:t>
            </a:r>
            <a:endParaRPr lang="en-US" sz="1600" dirty="0">
              <a:cs typeface="Arial" panose="020B0604020202020204" pitchFamily="34" charset="0"/>
            </a:endParaRPr>
          </a:p>
          <a:p>
            <a:pPr marL="241300" indent="-241300" algn="just" fontAlgn="ctr">
              <a:lnSpc>
                <a:spcPts val="2246"/>
              </a:lnSpc>
              <a:spcBef>
                <a:spcPts val="2055"/>
              </a:spcBef>
              <a:buClr>
                <a:srgbClr val="22AAEE"/>
              </a:buClr>
              <a:buSzPct val="120000"/>
              <a:buChar char="•"/>
            </a:pPr>
            <a:r>
              <a:rPr lang="en-US" sz="2400" kern="0" spc="-117" dirty="0">
                <a:ea typeface="Inter SemiBold" pitchFamily="34" charset="-122"/>
                <a:cs typeface="Arial" panose="020B0604020202020204" pitchFamily="34" charset="0"/>
              </a:rPr>
              <a:t>Matplotlib</a:t>
            </a:r>
            <a:endParaRPr lang="en-US" sz="2400" dirty="0">
              <a:cs typeface="Arial" panose="020B0604020202020204" pitchFamily="34" charset="0"/>
            </a:endParaRPr>
          </a:p>
          <a:p>
            <a:pPr marL="241300" lvl="1" indent="0" algn="just" fontAlgn="ctr">
              <a:lnSpc>
                <a:spcPts val="2052"/>
              </a:lnSpc>
              <a:spcBef>
                <a:spcPts val="430"/>
              </a:spcBef>
              <a:buNone/>
            </a:pPr>
            <a:r>
              <a:rPr lang="en-US" sz="1600" kern="0" spc="-30" dirty="0">
                <a:ea typeface="Inter Medium" pitchFamily="34" charset="-122"/>
                <a:cs typeface="Arial" panose="020B0604020202020204" pitchFamily="34" charset="0"/>
              </a:rPr>
              <a:t>The primary interface for data visualization, performance plotting, and</a:t>
            </a:r>
            <a:br>
              <a:rPr lang="en-US" sz="1600" kern="0" spc="-30" dirty="0">
                <a:ea typeface="Inter Medium" pitchFamily="34" charset="-122"/>
                <a:cs typeface="Arial" panose="020B0604020202020204" pitchFamily="34" charset="0"/>
              </a:rPr>
            </a:br>
            <a:r>
              <a:rPr lang="en-US" sz="1600" kern="0" spc="-30" dirty="0">
                <a:ea typeface="Inter Medium" pitchFamily="34" charset="-122"/>
                <a:cs typeface="Arial" panose="020B0604020202020204" pitchFamily="34" charset="0"/>
              </a:rPr>
              <a:t>result analysis.</a:t>
            </a:r>
            <a:endParaRPr lang="en-US" sz="1600" dirty="0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95672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26E32F-1B4D-D72C-EC27-AF96C3BE5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BC87524-F3CF-8D4D-C8F5-D678FA46686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4114" y="97816"/>
            <a:ext cx="8332549" cy="492443"/>
          </a:xfrm>
        </p:spPr>
        <p:txBody>
          <a:bodyPr/>
          <a:lstStyle/>
          <a:p>
            <a:r>
              <a:rPr lang="en-HK" sz="3200" dirty="0">
                <a:latin typeface="Arial" panose="020B0604020202020204" pitchFamily="34" charset="0"/>
                <a:cs typeface="Arial" panose="020B0604020202020204" pitchFamily="34" charset="0"/>
              </a:rPr>
              <a:t>3. YOLO Tutorial Workflow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F1615C-67BA-CCE8-8094-4A7C2268683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1059585"/>
            <a:ext cx="12192000" cy="369332"/>
          </a:xfrm>
        </p:spPr>
        <p:txBody>
          <a:bodyPr/>
          <a:lstStyle/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Loading a Pre-trained YOLO Model</a:t>
            </a:r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FBB5803E-F898-9667-CE45-0E6942281873}"/>
              </a:ext>
            </a:extLst>
          </p:cNvPr>
          <p:cNvSpPr/>
          <p:nvPr/>
        </p:nvSpPr>
        <p:spPr>
          <a:xfrm>
            <a:off x="600075" y="1524000"/>
            <a:ext cx="11058526" cy="1042392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marL="285750" indent="-285750" algn="just" fontAlgn="ctr">
              <a:lnSpc>
                <a:spcPts val="2052"/>
              </a:lnSpc>
              <a:spcBef>
                <a:spcPts val="610"/>
              </a:spcBef>
              <a:buFont typeface="Wingdings" panose="05000000000000000000" pitchFamily="2" charset="2"/>
              <a:buChar char="Ø"/>
            </a:pPr>
            <a:r>
              <a:rPr lang="en-US" b="1" kern="0" spc="-30" dirty="0">
                <a:ea typeface="Inter Medium" pitchFamily="34" charset="-122"/>
                <a:cs typeface="Arial" panose="020B0604020202020204" pitchFamily="34" charset="0"/>
              </a:rPr>
              <a:t>The Power of Pre-training</a:t>
            </a:r>
            <a:r>
              <a:rPr lang="en-US" kern="0" spc="-30" dirty="0">
                <a:ea typeface="Inter Medium" pitchFamily="34" charset="-122"/>
                <a:cs typeface="Arial" panose="020B0604020202020204" pitchFamily="34" charset="0"/>
              </a:rPr>
              <a:t>:</a:t>
            </a:r>
            <a:r>
              <a:rPr lang="zh-CN" altLang="en-US" kern="0" spc="-30" dirty="0">
                <a:ea typeface="Inter Medium" pitchFamily="34" charset="-122"/>
                <a:cs typeface="Arial" panose="020B0604020202020204" pitchFamily="34" charset="0"/>
              </a:rPr>
              <a:t> </a:t>
            </a:r>
            <a:r>
              <a:rPr lang="en-US" kern="0" spc="-30" dirty="0">
                <a:ea typeface="Inter Medium" pitchFamily="34" charset="-122"/>
                <a:cs typeface="Arial" panose="020B0604020202020204" pitchFamily="34" charset="0"/>
              </a:rPr>
              <a:t>Utilize models already trained on massive, diverse datasets to capture general feature representations.</a:t>
            </a:r>
          </a:p>
          <a:p>
            <a:pPr marL="285750" indent="-285750" algn="just" fontAlgn="ctr">
              <a:lnSpc>
                <a:spcPts val="2052"/>
              </a:lnSpc>
              <a:spcBef>
                <a:spcPts val="610"/>
              </a:spcBef>
              <a:buFont typeface="Wingdings" panose="05000000000000000000" pitchFamily="2" charset="2"/>
              <a:buChar char="Ø"/>
            </a:pPr>
            <a:r>
              <a:rPr lang="en-US" b="1" dirty="0">
                <a:cs typeface="Arial" panose="020B0604020202020204" pitchFamily="34" charset="0"/>
              </a:rPr>
              <a:t>Efficiency Gains</a:t>
            </a:r>
            <a:r>
              <a:rPr lang="en-US" dirty="0">
                <a:cs typeface="Arial" panose="020B0604020202020204" pitchFamily="34" charset="0"/>
              </a:rPr>
              <a:t>: Drastically reduce training time and resource requirements by bypassing the need to learn basic visual patterns from scratch.</a:t>
            </a:r>
          </a:p>
        </p:txBody>
      </p:sp>
      <p:sp>
        <p:nvSpPr>
          <p:cNvPr id="16" name="Text 9">
            <a:extLst>
              <a:ext uri="{FF2B5EF4-FFF2-40B4-BE49-F238E27FC236}">
                <a16:creationId xmlns:a16="http://schemas.microsoft.com/office/drawing/2014/main" id="{BB670EC5-20C0-8DDA-1289-246DC9DD6D7A}"/>
              </a:ext>
            </a:extLst>
          </p:cNvPr>
          <p:cNvSpPr/>
          <p:nvPr/>
        </p:nvSpPr>
        <p:spPr>
          <a:xfrm>
            <a:off x="152400" y="4613523"/>
            <a:ext cx="3276600" cy="26327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 fontAlgn="ctr">
              <a:lnSpc>
                <a:spcPts val="2074"/>
              </a:lnSpc>
            </a:pPr>
            <a:r>
              <a:rPr lang="en-US" sz="2400" b="1" kern="0" spc="-108" dirty="0">
                <a:ea typeface="Inter SemiBold" pitchFamily="34" charset="-122"/>
                <a:cs typeface="Arial" panose="020B0604020202020204" pitchFamily="34" charset="0"/>
              </a:rPr>
              <a:t>Model Weights: Best.pt</a:t>
            </a:r>
            <a:endParaRPr lang="en-US" sz="2400" b="1" dirty="0">
              <a:cs typeface="Arial" panose="020B0604020202020204" pitchFamily="34" charset="0"/>
            </a:endParaRPr>
          </a:p>
        </p:txBody>
      </p:sp>
      <p:sp>
        <p:nvSpPr>
          <p:cNvPr id="17" name="Text 10">
            <a:extLst>
              <a:ext uri="{FF2B5EF4-FFF2-40B4-BE49-F238E27FC236}">
                <a16:creationId xmlns:a16="http://schemas.microsoft.com/office/drawing/2014/main" id="{658D7BAE-15E6-7697-078C-719C4EA9423C}"/>
              </a:ext>
            </a:extLst>
          </p:cNvPr>
          <p:cNvSpPr/>
          <p:nvPr/>
        </p:nvSpPr>
        <p:spPr>
          <a:xfrm>
            <a:off x="249021" y="5029200"/>
            <a:ext cx="3256179" cy="130299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 fontAlgn="ctr">
              <a:lnSpc>
                <a:spcPts val="2052"/>
              </a:lnSpc>
              <a:spcBef>
                <a:spcPts val="610"/>
              </a:spcBef>
            </a:pPr>
            <a:r>
              <a:rPr lang="en-US" sz="1600" kern="0" spc="-30" dirty="0">
                <a:ea typeface="Inter Medium" pitchFamily="34" charset="-122"/>
                <a:cs typeface="Arial" panose="020B0604020202020204" pitchFamily="34" charset="0"/>
              </a:rPr>
              <a:t>The notebook retrieves the project's trained weights from the configured GitHub repository. This is the custom detector used for the five construction-tool classes.</a:t>
            </a:r>
            <a:endParaRPr lang="en-US" sz="1600" dirty="0">
              <a:cs typeface="Arial" panose="020B0604020202020204" pitchFamily="34" charset="0"/>
            </a:endParaRPr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DBE07F2B-8BEA-CE0C-7E69-E359C43DE110}"/>
              </a:ext>
            </a:extLst>
          </p:cNvPr>
          <p:cNvSpPr/>
          <p:nvPr/>
        </p:nvSpPr>
        <p:spPr>
          <a:xfrm>
            <a:off x="988219" y="3048000"/>
            <a:ext cx="1428750" cy="1428750"/>
          </a:xfrm>
          <a:prstGeom prst="ellipse">
            <a:avLst/>
          </a:prstGeom>
          <a:solidFill>
            <a:srgbClr val="FFD9AD"/>
          </a:solidFill>
          <a:ln>
            <a:miter lim="800000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8" name="Image 0" descr="40eaca62.png">
            <a:extLst>
              <a:ext uri="{FF2B5EF4-FFF2-40B4-BE49-F238E27FC236}">
                <a16:creationId xmlns:a16="http://schemas.microsoft.com/office/drawing/2014/main" id="{767E2A07-60E9-82AB-26B7-0E82BDD49F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2845" y="3494453"/>
            <a:ext cx="609600" cy="542925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8D76F3F5-A8E0-6F16-3C64-2E1983C990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2819400"/>
            <a:ext cx="7562420" cy="3940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93859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7B6D8F-7942-8D71-6C82-66667633B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B0A46FB-0B82-F634-A98E-0972D06B546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4114" y="97816"/>
            <a:ext cx="8332549" cy="492443"/>
          </a:xfrm>
        </p:spPr>
        <p:txBody>
          <a:bodyPr/>
          <a:lstStyle/>
          <a:p>
            <a:r>
              <a:rPr lang="en-HK" sz="3200" dirty="0">
                <a:latin typeface="Arial" panose="020B0604020202020204" pitchFamily="34" charset="0"/>
                <a:cs typeface="Arial" panose="020B0604020202020204" pitchFamily="34" charset="0"/>
              </a:rPr>
              <a:t>3. YOLO Tutorial Workflow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84FE21-DD28-836F-685A-9847285709C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1066800"/>
            <a:ext cx="12192000" cy="701731"/>
          </a:xfrm>
        </p:spPr>
        <p:txBody>
          <a:bodyPr/>
          <a:lstStyle/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Preparing the Input</a:t>
            </a:r>
          </a:p>
          <a:p>
            <a:pPr algn="ctr"/>
            <a:r>
              <a:rPr lang="en-US" altLang="zh-CN" sz="1800" b="0" dirty="0"/>
              <a:t>One detection model supporting static images, recorded videos, and real-time camera streams</a:t>
            </a:r>
            <a:endParaRPr lang="en-US" altLang="zh-CN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910F593-97B1-7014-E3B5-5F6D329D2D8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556" b="15555"/>
          <a:stretch>
            <a:fillRect/>
          </a:stretch>
        </p:blipFill>
        <p:spPr>
          <a:xfrm>
            <a:off x="1143000" y="2169694"/>
            <a:ext cx="3097161" cy="2133600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3E84D139-15DD-C981-79DF-CB9816DE65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1337" y="2170879"/>
            <a:ext cx="2200063" cy="2002816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29EF266E-187C-8BD4-E8E6-0AF9AEB955A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3899" t="22563" r="15343" b="24007"/>
          <a:stretch>
            <a:fillRect/>
          </a:stretch>
        </p:blipFill>
        <p:spPr>
          <a:xfrm>
            <a:off x="8149280" y="1981200"/>
            <a:ext cx="3128320" cy="2362201"/>
          </a:xfrm>
          <a:prstGeom prst="rect">
            <a:avLst/>
          </a:prstGeom>
        </p:spPr>
      </p:pic>
      <p:sp>
        <p:nvSpPr>
          <p:cNvPr id="24" name="文本框 23">
            <a:extLst>
              <a:ext uri="{FF2B5EF4-FFF2-40B4-BE49-F238E27FC236}">
                <a16:creationId xmlns:a16="http://schemas.microsoft.com/office/drawing/2014/main" id="{C050EAE4-5752-15EF-9832-395513172345}"/>
              </a:ext>
            </a:extLst>
          </p:cNvPr>
          <p:cNvSpPr txBox="1"/>
          <p:nvPr/>
        </p:nvSpPr>
        <p:spPr>
          <a:xfrm>
            <a:off x="1447801" y="4419600"/>
            <a:ext cx="2438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Webcam</a:t>
            </a:r>
            <a:endParaRPr lang="zh-CN" altLang="en-US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D840C86F-51ED-6F13-FDC3-ECF69BC0D8F3}"/>
              </a:ext>
            </a:extLst>
          </p:cNvPr>
          <p:cNvSpPr txBox="1"/>
          <p:nvPr/>
        </p:nvSpPr>
        <p:spPr>
          <a:xfrm>
            <a:off x="5191337" y="4419600"/>
            <a:ext cx="22000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Video</a:t>
            </a:r>
            <a:endParaRPr lang="zh-CN" altLang="en-US"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ECBBFF06-1012-FEEF-5FCA-D15A7D6326A1}"/>
              </a:ext>
            </a:extLst>
          </p:cNvPr>
          <p:cNvSpPr txBox="1"/>
          <p:nvPr/>
        </p:nvSpPr>
        <p:spPr>
          <a:xfrm>
            <a:off x="8454080" y="4419600"/>
            <a:ext cx="2594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Image</a:t>
            </a:r>
            <a:endParaRPr lang="zh-CN" altLang="en-US" dirty="0"/>
          </a:p>
        </p:txBody>
      </p:sp>
      <p:sp>
        <p:nvSpPr>
          <p:cNvPr id="27" name="Text 3">
            <a:extLst>
              <a:ext uri="{FF2B5EF4-FFF2-40B4-BE49-F238E27FC236}">
                <a16:creationId xmlns:a16="http://schemas.microsoft.com/office/drawing/2014/main" id="{757B7828-2DDE-F06C-5ED7-95985507B44E}"/>
              </a:ext>
            </a:extLst>
          </p:cNvPr>
          <p:cNvSpPr/>
          <p:nvPr/>
        </p:nvSpPr>
        <p:spPr>
          <a:xfrm>
            <a:off x="228600" y="5126451"/>
            <a:ext cx="5715000" cy="1633734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marL="241300" indent="-241300" algn="l" fontAlgn="ctr">
              <a:lnSpc>
                <a:spcPts val="2246"/>
              </a:lnSpc>
              <a:buClr>
                <a:srgbClr val="22AAEE"/>
              </a:buClr>
              <a:buSzPct val="120000"/>
              <a:buChar char="•"/>
            </a:pPr>
            <a:r>
              <a:rPr lang="en-US" sz="2400" b="1" kern="0" spc="-117" dirty="0">
                <a:ea typeface="Inter SemiBold" pitchFamily="34" charset="-122"/>
                <a:cs typeface="Arial" panose="020B0604020202020204" pitchFamily="34" charset="0"/>
              </a:rPr>
              <a:t>Versatile Media Support</a:t>
            </a:r>
            <a:endParaRPr lang="en-US" sz="2400" b="1" dirty="0">
              <a:cs typeface="Arial" panose="020B0604020202020204" pitchFamily="34" charset="0"/>
            </a:endParaRPr>
          </a:p>
          <a:p>
            <a:pPr marL="241300" lvl="1" indent="0" algn="l" fontAlgn="ctr">
              <a:lnSpc>
                <a:spcPct val="100000"/>
              </a:lnSpc>
              <a:spcBef>
                <a:spcPts val="430"/>
              </a:spcBef>
              <a:buNone/>
            </a:pPr>
            <a:r>
              <a:rPr lang="en-US" sz="1500" kern="0" spc="-30" dirty="0">
                <a:ea typeface="Inter Medium" pitchFamily="34" charset="-122"/>
                <a:cs typeface="Arial" panose="020B0604020202020204" pitchFamily="34" charset="0"/>
              </a:rPr>
              <a:t>Handles various formats: static images for batch processing, video files for frame-by-frame tracking, and live camera streams for real-time inference. In this notebook, we choose </a:t>
            </a:r>
            <a:r>
              <a:rPr lang="en-US" sz="1500" b="1" kern="0" spc="-30" dirty="0">
                <a:ea typeface="Inter Medium" pitchFamily="34" charset="-122"/>
                <a:cs typeface="Arial" panose="020B0604020202020204" pitchFamily="34" charset="0"/>
              </a:rPr>
              <a:t>a single-frame image </a:t>
            </a:r>
            <a:r>
              <a:rPr lang="en-US" sz="1500" kern="0" spc="-30" dirty="0">
                <a:ea typeface="Inter Medium" pitchFamily="34" charset="-122"/>
                <a:cs typeface="Arial" panose="020B0604020202020204" pitchFamily="34" charset="0"/>
              </a:rPr>
              <a:t>as the test input.</a:t>
            </a:r>
            <a:endParaRPr lang="en-US" dirty="0">
              <a:cs typeface="Arial" panose="020B0604020202020204" pitchFamily="34" charset="0"/>
            </a:endParaRPr>
          </a:p>
        </p:txBody>
      </p:sp>
      <p:sp>
        <p:nvSpPr>
          <p:cNvPr id="28" name="Text 3">
            <a:extLst>
              <a:ext uri="{FF2B5EF4-FFF2-40B4-BE49-F238E27FC236}">
                <a16:creationId xmlns:a16="http://schemas.microsoft.com/office/drawing/2014/main" id="{58A095C0-A819-3F9B-C4A9-75D6B93A33D4}"/>
              </a:ext>
            </a:extLst>
          </p:cNvPr>
          <p:cNvSpPr/>
          <p:nvPr/>
        </p:nvSpPr>
        <p:spPr>
          <a:xfrm>
            <a:off x="6553200" y="5123026"/>
            <a:ext cx="5410200" cy="148706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marL="241300" indent="-241300" algn="l" fontAlgn="ctr">
              <a:lnSpc>
                <a:spcPts val="2246"/>
              </a:lnSpc>
              <a:spcBef>
                <a:spcPts val="2055"/>
              </a:spcBef>
              <a:buClr>
                <a:srgbClr val="22AAEE"/>
              </a:buClr>
              <a:buSzPct val="120000"/>
              <a:buChar char="•"/>
            </a:pPr>
            <a:r>
              <a:rPr lang="en-US" sz="2400" b="1" kern="0" spc="-117" dirty="0">
                <a:ea typeface="Inter SemiBold" pitchFamily="34" charset="-122"/>
                <a:cs typeface="Arial" panose="020B0604020202020204" pitchFamily="34" charset="0"/>
              </a:rPr>
              <a:t>Pipeline Integration</a:t>
            </a:r>
            <a:endParaRPr lang="en-US" sz="2400" b="1" dirty="0">
              <a:cs typeface="Arial" panose="020B0604020202020204" pitchFamily="34" charset="0"/>
            </a:endParaRPr>
          </a:p>
          <a:p>
            <a:pPr marL="241300" lvl="1" indent="0" algn="just" fontAlgn="ctr">
              <a:lnSpc>
                <a:spcPts val="2052"/>
              </a:lnSpc>
              <a:spcBef>
                <a:spcPts val="430"/>
              </a:spcBef>
              <a:buNone/>
            </a:pPr>
            <a:r>
              <a:rPr lang="en-US" sz="1500" kern="0" spc="-30" dirty="0">
                <a:ea typeface="Inter Medium" pitchFamily="34" charset="-122"/>
                <a:cs typeface="Arial" panose="020B0604020202020204" pitchFamily="34" charset="0"/>
              </a:rPr>
              <a:t>Standardized preprocessing including resizing, normalization, and padding to ensure seamless transition into the YOLO architecture.</a:t>
            </a:r>
            <a:endParaRPr lang="en-US" dirty="0">
              <a:cs typeface="Arial" panose="020B0604020202020204" pitchFamily="34" charset="0"/>
            </a:endParaRP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1678D5F8-EFD7-416D-0D96-F7CBE65E6B83}"/>
              </a:ext>
            </a:extLst>
          </p:cNvPr>
          <p:cNvSpPr/>
          <p:nvPr/>
        </p:nvSpPr>
        <p:spPr>
          <a:xfrm>
            <a:off x="8001000" y="1905000"/>
            <a:ext cx="3429000" cy="2883932"/>
          </a:xfrm>
          <a:prstGeom prst="round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69449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22BA79-7F5B-88C2-14F0-0922F7B9A9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BE3D6CF-63EF-2955-292B-1FEF3985621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4114" y="97816"/>
            <a:ext cx="8332549" cy="492443"/>
          </a:xfrm>
        </p:spPr>
        <p:txBody>
          <a:bodyPr/>
          <a:lstStyle/>
          <a:p>
            <a:r>
              <a:rPr lang="en-HK" sz="3200" dirty="0">
                <a:latin typeface="Arial" panose="020B0604020202020204" pitchFamily="34" charset="0"/>
                <a:cs typeface="Arial" panose="020B0604020202020204" pitchFamily="34" charset="0"/>
              </a:rPr>
              <a:t>3. YOLO Tutorial Workflow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F9D84B-EED5-6E25-031C-F1AF722CC10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1059585"/>
            <a:ext cx="12192000" cy="369332"/>
          </a:xfrm>
        </p:spPr>
        <p:txBody>
          <a:bodyPr/>
          <a:lstStyle/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Running Detection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9ABE870-02B7-DDD6-2663-027B93D1E6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2984" y="1676400"/>
            <a:ext cx="6300952" cy="502920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3A06EF14-2CCC-D8FA-5C6A-FD535945C95F}"/>
              </a:ext>
            </a:extLst>
          </p:cNvPr>
          <p:cNvSpPr txBox="1"/>
          <p:nvPr/>
        </p:nvSpPr>
        <p:spPr>
          <a:xfrm>
            <a:off x="189161" y="2514600"/>
            <a:ext cx="44958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dirty="0"/>
              <a:t>The model inference produces raw predictive data essential for downstream processing and validation.</a:t>
            </a: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385D8D23-4BED-59B7-596A-ED9CC9222C1F}"/>
              </a:ext>
            </a:extLst>
          </p:cNvPr>
          <p:cNvSpPr/>
          <p:nvPr/>
        </p:nvSpPr>
        <p:spPr>
          <a:xfrm>
            <a:off x="203143" y="3676264"/>
            <a:ext cx="4673657" cy="167342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marL="241300" indent="-241300" algn="just" fontAlgn="ctr">
              <a:lnSpc>
                <a:spcPts val="1901"/>
              </a:lnSpc>
              <a:spcBef>
                <a:spcPts val="1626"/>
              </a:spcBef>
              <a:buClr>
                <a:srgbClr val="22AAEE"/>
              </a:buClr>
              <a:buSzPct val="120000"/>
              <a:buChar char="•"/>
            </a:pPr>
            <a:r>
              <a:rPr lang="en-US" sz="1600" b="1" kern="0" spc="-99" dirty="0">
                <a:ea typeface="Inter Black" pitchFamily="34" charset="-122"/>
                <a:cs typeface="Arial" panose="020B0604020202020204" pitchFamily="34" charset="0"/>
              </a:rPr>
              <a:t>Class Labels</a:t>
            </a:r>
            <a:r>
              <a:rPr lang="en-US" sz="1600" kern="0" spc="-99" dirty="0">
                <a:ea typeface="Inter Black" pitchFamily="34" charset="-122"/>
                <a:cs typeface="Arial" panose="020B0604020202020204" pitchFamily="34" charset="0"/>
              </a:rPr>
              <a:t>: Identifiers for the detected objects.</a:t>
            </a:r>
          </a:p>
          <a:p>
            <a:pPr marL="241300" indent="-241300" algn="just" fontAlgn="ctr">
              <a:lnSpc>
                <a:spcPts val="1901"/>
              </a:lnSpc>
              <a:spcBef>
                <a:spcPts val="1626"/>
              </a:spcBef>
              <a:buClr>
                <a:srgbClr val="22AAEE"/>
              </a:buClr>
              <a:buSzPct val="120000"/>
              <a:buChar char="•"/>
            </a:pPr>
            <a:r>
              <a:rPr lang="en-US" sz="1600" b="1" kern="0" spc="-99" dirty="0">
                <a:ea typeface="Inter Black" pitchFamily="34" charset="-122"/>
                <a:cs typeface="Arial" panose="020B0604020202020204" pitchFamily="34" charset="0"/>
              </a:rPr>
              <a:t>Box Coordinates</a:t>
            </a:r>
            <a:r>
              <a:rPr lang="en-US" sz="1600" kern="0" spc="-99" dirty="0">
                <a:ea typeface="Inter Black" pitchFamily="34" charset="-122"/>
                <a:cs typeface="Arial" panose="020B0604020202020204" pitchFamily="34" charset="0"/>
              </a:rPr>
              <a:t>: Spatial definitions (bounding boxes) locating objects within the frame.</a:t>
            </a:r>
          </a:p>
          <a:p>
            <a:pPr marL="241300" indent="-241300" algn="just" fontAlgn="ctr">
              <a:lnSpc>
                <a:spcPts val="1901"/>
              </a:lnSpc>
              <a:spcBef>
                <a:spcPts val="1626"/>
              </a:spcBef>
              <a:buClr>
                <a:srgbClr val="22AAEE"/>
              </a:buClr>
              <a:buSzPct val="120000"/>
              <a:buChar char="•"/>
            </a:pPr>
            <a:r>
              <a:rPr lang="en-US" sz="1600" b="1" kern="0" spc="-99" dirty="0">
                <a:ea typeface="Inter Black" pitchFamily="34" charset="-122"/>
                <a:cs typeface="Arial" panose="020B0604020202020204" pitchFamily="34" charset="0"/>
              </a:rPr>
              <a:t>Probability Values</a:t>
            </a:r>
            <a:r>
              <a:rPr lang="en-US" sz="1600" kern="0" spc="-99" dirty="0">
                <a:ea typeface="Inter Black" pitchFamily="34" charset="-122"/>
                <a:cs typeface="Arial" panose="020B0604020202020204" pitchFamily="34" charset="0"/>
              </a:rPr>
              <a:t>: Confidence scores indicating the model's certainty for each detection.</a:t>
            </a:r>
            <a:endParaRPr lang="en-US" sz="1600" dirty="0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4762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96BA61-88B2-1828-2471-9B11810199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A5F5D31-2DB1-6C1D-1E38-A7E212AF4C2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4114" y="97816"/>
            <a:ext cx="8332549" cy="492443"/>
          </a:xfrm>
        </p:spPr>
        <p:txBody>
          <a:bodyPr/>
          <a:lstStyle/>
          <a:p>
            <a:r>
              <a:rPr lang="en-HK" sz="3200" dirty="0">
                <a:latin typeface="Arial" panose="020B0604020202020204" pitchFamily="34" charset="0"/>
                <a:cs typeface="Arial" panose="020B0604020202020204" pitchFamily="34" charset="0"/>
              </a:rPr>
              <a:t>3. YOLO Tutorial Workflow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5E11BF-28E1-9161-DB12-A341A3B01E4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1059585"/>
            <a:ext cx="12192000" cy="369332"/>
          </a:xfrm>
        </p:spPr>
        <p:txBody>
          <a:bodyPr/>
          <a:lstStyle/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Visualizing Results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F15D906-CB9D-63FD-88B0-59F6D0A1352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366"/>
          <a:stretch>
            <a:fillRect/>
          </a:stretch>
        </p:blipFill>
        <p:spPr>
          <a:xfrm>
            <a:off x="6445560" y="1600199"/>
            <a:ext cx="5060639" cy="5197991"/>
          </a:xfrm>
          <a:prstGeom prst="rect">
            <a:avLst/>
          </a:prstGeom>
        </p:spPr>
      </p:pic>
      <p:sp>
        <p:nvSpPr>
          <p:cNvPr id="5" name="Text 3">
            <a:extLst>
              <a:ext uri="{FF2B5EF4-FFF2-40B4-BE49-F238E27FC236}">
                <a16:creationId xmlns:a16="http://schemas.microsoft.com/office/drawing/2014/main" id="{8C97E997-1026-1C36-590A-137C115E963C}"/>
              </a:ext>
            </a:extLst>
          </p:cNvPr>
          <p:cNvSpPr/>
          <p:nvPr/>
        </p:nvSpPr>
        <p:spPr>
          <a:xfrm>
            <a:off x="476250" y="1981200"/>
            <a:ext cx="5772150" cy="349016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marL="241300" indent="-241300" algn="just" fontAlgn="ctr">
              <a:lnSpc>
                <a:spcPts val="1806"/>
              </a:lnSpc>
              <a:spcBef>
                <a:spcPts val="1710"/>
              </a:spcBef>
              <a:buClr>
                <a:srgbClr val="22AAEE"/>
              </a:buClr>
              <a:buSzPct val="120000"/>
              <a:buChar char="•"/>
            </a:pPr>
            <a:r>
              <a:rPr lang="en-US" sz="1600" b="1" kern="0" spc="-94" dirty="0">
                <a:ea typeface="Inter SemiBold" pitchFamily="34" charset="-122"/>
                <a:cs typeface="Arial" panose="020B0604020202020204" pitchFamily="34" charset="0"/>
              </a:rPr>
              <a:t>Bounding Boxes</a:t>
            </a:r>
            <a:r>
              <a:rPr lang="en-US" sz="1600" kern="0" spc="-94" dirty="0">
                <a:ea typeface="Inter SemiBold" pitchFamily="34" charset="-122"/>
                <a:cs typeface="Arial" panose="020B0604020202020204" pitchFamily="34" charset="0"/>
              </a:rPr>
              <a:t>: Precisely identifies the spatial location of objects within the frame as detected by the model.</a:t>
            </a:r>
          </a:p>
          <a:p>
            <a:pPr marL="241300" indent="-241300" algn="just" fontAlgn="ctr">
              <a:lnSpc>
                <a:spcPts val="1806"/>
              </a:lnSpc>
              <a:spcBef>
                <a:spcPts val="1710"/>
              </a:spcBef>
              <a:buClr>
                <a:srgbClr val="22AAEE"/>
              </a:buClr>
              <a:buSzPct val="120000"/>
              <a:buChar char="•"/>
            </a:pPr>
            <a:r>
              <a:rPr lang="en-US" sz="1600" b="1" kern="0" spc="-94" dirty="0">
                <a:ea typeface="Inter SemiBold" pitchFamily="34" charset="-122"/>
                <a:cs typeface="Arial" panose="020B0604020202020204" pitchFamily="34" charset="0"/>
              </a:rPr>
              <a:t>Color-Coded Labels</a:t>
            </a:r>
            <a:r>
              <a:rPr lang="en-US" sz="1600" kern="0" spc="-94" dirty="0">
                <a:ea typeface="Inter SemiBold" pitchFamily="34" charset="-122"/>
                <a:cs typeface="Arial" panose="020B0604020202020204" pitchFamily="34" charset="0"/>
              </a:rPr>
              <a:t>: Categorizes identified objects visually, allowing for instant differentiation between distinct classes.</a:t>
            </a:r>
          </a:p>
          <a:p>
            <a:pPr marL="241300" indent="-241300" algn="just" fontAlgn="ctr">
              <a:lnSpc>
                <a:spcPts val="1806"/>
              </a:lnSpc>
              <a:spcBef>
                <a:spcPts val="1710"/>
              </a:spcBef>
              <a:buClr>
                <a:srgbClr val="22AAEE"/>
              </a:buClr>
              <a:buSzPct val="120000"/>
              <a:buChar char="•"/>
            </a:pPr>
            <a:r>
              <a:rPr lang="en-US" sz="1600" b="1" kern="0" spc="-94" dirty="0">
                <a:ea typeface="Inter SemiBold" pitchFamily="34" charset="-122"/>
                <a:cs typeface="Arial" panose="020B0604020202020204" pitchFamily="34" charset="0"/>
              </a:rPr>
              <a:t>Confidence Scoring</a:t>
            </a:r>
            <a:r>
              <a:rPr lang="en-US" sz="1600" kern="0" spc="-94" dirty="0">
                <a:ea typeface="Inter SemiBold" pitchFamily="34" charset="-122"/>
                <a:cs typeface="Arial" panose="020B0604020202020204" pitchFamily="34" charset="0"/>
              </a:rPr>
              <a:t>: Overlays numeric probability scores to represent the model's certainty level for every detected instance.</a:t>
            </a:r>
          </a:p>
          <a:p>
            <a:pPr marL="241300" indent="-241300" algn="just" fontAlgn="ctr">
              <a:lnSpc>
                <a:spcPts val="1806"/>
              </a:lnSpc>
              <a:spcBef>
                <a:spcPts val="1710"/>
              </a:spcBef>
              <a:buClr>
                <a:srgbClr val="22AAEE"/>
              </a:buClr>
              <a:buSzPct val="120000"/>
              <a:buChar char="•"/>
            </a:pPr>
            <a:r>
              <a:rPr lang="en-US" sz="1600" b="1" kern="0" spc="-94" dirty="0">
                <a:ea typeface="Inter SemiBold" pitchFamily="34" charset="-122"/>
                <a:cs typeface="Arial" panose="020B0604020202020204" pitchFamily="34" charset="0"/>
              </a:rPr>
              <a:t>Visual Verification</a:t>
            </a:r>
            <a:r>
              <a:rPr lang="en-US" sz="1600" kern="0" spc="-94" dirty="0">
                <a:ea typeface="Inter SemiBold" pitchFamily="34" charset="-122"/>
                <a:cs typeface="Arial" panose="020B0604020202020204" pitchFamily="34" charset="0"/>
              </a:rPr>
              <a:t>: Annotated image displays showing output masks and enlarged snippets for fine-grained label inspection. </a:t>
            </a:r>
            <a:endParaRPr lang="en-US" sz="1600" dirty="0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07683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C0C919-6961-2CED-A115-DECCB49069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B610959-4D47-9568-269A-1C3E8604400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4114" y="97816"/>
            <a:ext cx="8332549" cy="492443"/>
          </a:xfrm>
        </p:spPr>
        <p:txBody>
          <a:bodyPr/>
          <a:lstStyle/>
          <a:p>
            <a:r>
              <a:rPr lang="en-HK" sz="3200" dirty="0">
                <a:latin typeface="Arial" panose="020B0604020202020204" pitchFamily="34" charset="0"/>
                <a:cs typeface="Arial" panose="020B0604020202020204" pitchFamily="34" charset="0"/>
              </a:rPr>
              <a:t>4. Reference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BC40B3-EF37-561B-6842-9F4BE168658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276600" y="893638"/>
            <a:ext cx="8153400" cy="369332"/>
          </a:xfrm>
        </p:spPr>
        <p:txBody>
          <a:bodyPr/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Resource List</a:t>
            </a:r>
          </a:p>
        </p:txBody>
      </p:sp>
      <p:pic>
        <p:nvPicPr>
          <p:cNvPr id="12" name="Image 0" descr="A stack of open research papers and reference books">
            <a:extLst>
              <a:ext uri="{FF2B5EF4-FFF2-40B4-BE49-F238E27FC236}">
                <a16:creationId xmlns:a16="http://schemas.microsoft.com/office/drawing/2014/main" id="{732D7CD1-D9B2-0EDB-C0A9-40D0783B5F2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310" r="23681" b="1156"/>
          <a:stretch>
            <a:fillRect/>
          </a:stretch>
        </p:blipFill>
        <p:spPr>
          <a:xfrm>
            <a:off x="0" y="775621"/>
            <a:ext cx="3200400" cy="6082379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9A76B5E7-ECAF-033D-46DF-0EC42EF384B0}"/>
              </a:ext>
            </a:extLst>
          </p:cNvPr>
          <p:cNvSpPr txBox="1"/>
          <p:nvPr/>
        </p:nvSpPr>
        <p:spPr>
          <a:xfrm>
            <a:off x="3200400" y="1221383"/>
            <a:ext cx="8991600" cy="54348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ts val="3000"/>
              </a:lnSpc>
              <a:buFont typeface="Wingdings" panose="05000000000000000000" pitchFamily="2" charset="2"/>
              <a:buChar char="Ø"/>
            </a:pPr>
            <a:r>
              <a:rPr lang="en-US" altLang="zh-CN" b="1" dirty="0"/>
              <a:t>Project repository</a:t>
            </a:r>
            <a:r>
              <a:rPr lang="en-US" altLang="zh-CN" dirty="0"/>
              <a:t>: project resources, custom-trained weights, and example images used by the notebook, </a:t>
            </a:r>
            <a:r>
              <a:rPr lang="en-US" altLang="zh-CN" dirty="0">
                <a:hlinkClick r:id="rId4"/>
              </a:rPr>
              <a:t>https://github.com/yantaolab/Autonomous-Construction-and</a:t>
            </a:r>
            <a:r>
              <a:rPr lang="en-US" altLang="zh-CN" dirty="0">
                <a:hlinkClick r:id="rId5"/>
              </a:rPr>
              <a:t>-</a:t>
            </a:r>
            <a:r>
              <a:rPr lang="en-US" altLang="zh-CN" dirty="0">
                <a:hlinkClick r:id="rId5"/>
              </a:rPr>
              <a:t>Robotics/tree/main/Projects/Project%2003%20Construction%20Tool%20Classification</a:t>
            </a:r>
            <a:r>
              <a:rPr lang="en-US" altLang="zh-CN" dirty="0"/>
              <a:t>.</a:t>
            </a:r>
          </a:p>
          <a:p>
            <a:pPr marL="285750" indent="-285750" algn="just">
              <a:lnSpc>
                <a:spcPts val="3000"/>
              </a:lnSpc>
              <a:buFont typeface="Wingdings" panose="05000000000000000000" pitchFamily="2" charset="2"/>
              <a:buChar char="Ø"/>
            </a:pPr>
            <a:r>
              <a:rPr lang="en-US" altLang="zh-CN" b="1" dirty="0" err="1"/>
              <a:t>Ultralytics</a:t>
            </a:r>
            <a:r>
              <a:rPr lang="en-US" altLang="zh-CN" b="1" dirty="0"/>
              <a:t> YOLO documentation</a:t>
            </a:r>
            <a:r>
              <a:rPr lang="en-US" altLang="zh-CN" dirty="0"/>
              <a:t>: Official documentation for Python usage, training and prediction, </a:t>
            </a:r>
            <a:r>
              <a:rPr lang="en-US" altLang="zh-CN" dirty="0">
                <a:hlinkClick r:id="rId6"/>
              </a:rPr>
              <a:t>https://docs.ultralytics.com/</a:t>
            </a:r>
            <a:r>
              <a:rPr lang="en-US" altLang="zh-CN" dirty="0"/>
              <a:t>.</a:t>
            </a:r>
          </a:p>
          <a:p>
            <a:pPr marL="285750" indent="-285750" algn="just">
              <a:lnSpc>
                <a:spcPts val="3000"/>
              </a:lnSpc>
              <a:buFont typeface="Wingdings" panose="05000000000000000000" pitchFamily="2" charset="2"/>
              <a:buChar char="Ø"/>
            </a:pPr>
            <a:r>
              <a:rPr lang="en-US" altLang="zh-CN" b="1" dirty="0"/>
              <a:t>YOLO, foundational paper</a:t>
            </a:r>
            <a:r>
              <a:rPr lang="en-US" altLang="zh-CN" dirty="0"/>
              <a:t>: Redmon, J., </a:t>
            </a:r>
            <a:r>
              <a:rPr lang="en-US" altLang="zh-CN" dirty="0" err="1"/>
              <a:t>Divvala</a:t>
            </a:r>
            <a:r>
              <a:rPr lang="en-US" altLang="zh-CN" dirty="0"/>
              <a:t>, S., </a:t>
            </a:r>
            <a:r>
              <a:rPr lang="en-US" altLang="zh-CN" dirty="0" err="1"/>
              <a:t>Girshick</a:t>
            </a:r>
            <a:r>
              <a:rPr lang="en-US" altLang="zh-CN" dirty="0"/>
              <a:t>, R., &amp; Farhadi, A. (2016). You Only Look Once: Unified, Real-Time Object Detection. CVPR 2016, </a:t>
            </a:r>
            <a:r>
              <a:rPr lang="en-US" altLang="zh-CN" dirty="0" err="1"/>
              <a:t>doi</a:t>
            </a:r>
            <a:r>
              <a:rPr lang="en-US" altLang="zh-CN" dirty="0"/>
              <a:t>: 10.1109/CVPR.2016.91.</a:t>
            </a:r>
          </a:p>
          <a:p>
            <a:pPr marL="285750" indent="-285750" algn="just">
              <a:lnSpc>
                <a:spcPts val="3000"/>
              </a:lnSpc>
              <a:buFont typeface="Wingdings" panose="05000000000000000000" pitchFamily="2" charset="2"/>
              <a:buChar char="Ø"/>
            </a:pPr>
            <a:r>
              <a:rPr lang="en-US" altLang="zh-CN" b="1" dirty="0"/>
              <a:t>OpenCV documentation</a:t>
            </a:r>
            <a:r>
              <a:rPr lang="en-US" altLang="zh-CN" dirty="0"/>
              <a:t>: Essential documentation for image processing and computer vision tasks,</a:t>
            </a:r>
            <a:r>
              <a:rPr lang="zh-CN" altLang="en-US" dirty="0"/>
              <a:t> </a:t>
            </a:r>
            <a:r>
              <a:rPr lang="en-US" altLang="zh-CN" dirty="0">
                <a:hlinkClick r:id="rId7"/>
              </a:rPr>
              <a:t>https://docs.opencv.org/5.0/</a:t>
            </a:r>
            <a:r>
              <a:rPr lang="en-US" altLang="zh-CN" dirty="0"/>
              <a:t>.</a:t>
            </a:r>
          </a:p>
          <a:p>
            <a:pPr marL="285750" indent="-285750" algn="just">
              <a:lnSpc>
                <a:spcPts val="3000"/>
              </a:lnSpc>
              <a:buFont typeface="Wingdings" panose="05000000000000000000" pitchFamily="2" charset="2"/>
              <a:buChar char="Ø"/>
            </a:pPr>
            <a:r>
              <a:rPr lang="en-US" altLang="zh-CN" b="1" dirty="0"/>
              <a:t>Google </a:t>
            </a:r>
            <a:r>
              <a:rPr lang="en-US" altLang="zh-CN" b="1" dirty="0" err="1"/>
              <a:t>Colab</a:t>
            </a:r>
            <a:r>
              <a:rPr lang="en-US" altLang="zh-CN" b="1" dirty="0"/>
              <a:t> documentation</a:t>
            </a:r>
            <a:r>
              <a:rPr lang="en-US" altLang="zh-CN" dirty="0"/>
              <a:t>: Reference for hosted notebook execution and runtime considerations, </a:t>
            </a:r>
            <a:r>
              <a:rPr lang="en-US" altLang="zh-CN" dirty="0">
                <a:hlinkClick r:id="rId8"/>
              </a:rPr>
              <a:t>https://colab.research.google.com/</a:t>
            </a:r>
            <a:r>
              <a:rPr lang="en-US" altLang="zh-CN" dirty="0"/>
              <a:t>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46228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A64E33-7D63-C024-E6D3-2F836E9316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BBF22BF-1286-C413-2BA8-1ABFEEC57F9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4114" y="97816"/>
            <a:ext cx="8332549" cy="492443"/>
          </a:xfrm>
        </p:spPr>
        <p:txBody>
          <a:bodyPr/>
          <a:lstStyle/>
          <a:p>
            <a:r>
              <a:rPr lang="en-HK" sz="3200" dirty="0">
                <a:latin typeface="Arial" panose="020B0604020202020204" pitchFamily="34" charset="0"/>
                <a:cs typeface="Arial" panose="020B0604020202020204" pitchFamily="34" charset="0"/>
              </a:rPr>
              <a:t>5. Assignments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5A2F4EC-883E-BD41-EEE9-5393DCD0F4B4}"/>
              </a:ext>
            </a:extLst>
          </p:cNvPr>
          <p:cNvSpPr txBox="1"/>
          <p:nvPr/>
        </p:nvSpPr>
        <p:spPr>
          <a:xfrm>
            <a:off x="152400" y="1066800"/>
            <a:ext cx="10174039" cy="5217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b="1" dirty="0"/>
              <a:t>Task 1. Run the detection model (YOLO) on test images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b="1" dirty="0"/>
              <a:t>Requirement</a:t>
            </a:r>
          </a:p>
          <a:p>
            <a:pPr algn="just">
              <a:lnSpc>
                <a:spcPct val="100000"/>
              </a:lnSpc>
              <a:spcAft>
                <a:spcPts val="0"/>
              </a:spcAft>
            </a:pPr>
            <a:r>
              <a:rPr lang="en-US" altLang="zh-CN" sz="1600" dirty="0"/>
              <a:t>(1) Randomly select 5 images from the </a:t>
            </a:r>
            <a:r>
              <a:rPr lang="en-US" altLang="zh-CN" sz="1600" dirty="0">
                <a:highlight>
                  <a:srgbClr val="C0C0C0"/>
                </a:highlight>
              </a:rPr>
              <a:t>test/images</a:t>
            </a:r>
            <a:r>
              <a:rPr lang="en-US" altLang="zh-CN" sz="1600" dirty="0"/>
              <a:t> folder. </a:t>
            </a:r>
            <a:r>
              <a:rPr lang="en-US" altLang="zh-CN" sz="1600"/>
              <a:t>Please note that images containing multiple tools should be chosen, as they are more helpful for addressing Task 2.</a:t>
            </a:r>
            <a:endParaRPr lang="en-US" altLang="zh-CN" sz="1600" dirty="0"/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1600" dirty="0"/>
              <a:t>(2) Load the pre-trained YOLO model.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1600" dirty="0"/>
              <a:t>(3) Run object detection on selected images.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1600" dirty="0"/>
              <a:t>(4) Save and display detection results.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1600" b="1" dirty="0"/>
              <a:t>Learning Goal</a:t>
            </a:r>
            <a:r>
              <a:rPr lang="en-US" altLang="zh-CN" sz="1600" dirty="0"/>
              <a:t>:</a:t>
            </a:r>
            <a:r>
              <a:rPr lang="zh-CN" altLang="en-US" sz="1600" dirty="0"/>
              <a:t> </a:t>
            </a:r>
            <a:r>
              <a:rPr lang="en-US" altLang="zh-CN" sz="1600" dirty="0"/>
              <a:t>Understand the basic YOLO inference workflow.</a:t>
            </a:r>
          </a:p>
          <a:p>
            <a:pPr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altLang="zh-CN" sz="1600" b="1" dirty="0"/>
              <a:t>Task 2. Modify detection confidence threshold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1600" b="1" dirty="0"/>
              <a:t>Requirement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1600" dirty="0"/>
              <a:t>(1) Run detection using different confidence thresholds: 0.25, 0.50 and 0.75.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1600" dirty="0"/>
              <a:t>(2) Compare: (a) Number of detected objects; (b) False detections; and (c) Missing objects.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1600" dirty="0"/>
              <a:t>(3) Discussion: How does confidence threshold affect the final result?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1600" b="1" dirty="0"/>
              <a:t>Learning Goal</a:t>
            </a:r>
            <a:r>
              <a:rPr lang="en-US" altLang="zh-CN" sz="1600" dirty="0"/>
              <a:t>: Understand prediction filtering.</a:t>
            </a:r>
          </a:p>
        </p:txBody>
      </p:sp>
    </p:spTree>
    <p:extLst>
      <p:ext uri="{BB962C8B-B14F-4D97-AF65-F5344CB8AC3E}">
        <p14:creationId xmlns:p14="http://schemas.microsoft.com/office/powerpoint/2010/main" val="20121125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5666</TotalTime>
  <Words>1077</Words>
  <Application>Microsoft Office PowerPoint</Application>
  <PresentationFormat>宽屏</PresentationFormat>
  <Paragraphs>126</Paragraphs>
  <Slides>13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4" baseType="lpstr">
      <vt:lpstr>Inter Black</vt:lpstr>
      <vt:lpstr>Inter Medium</vt:lpstr>
      <vt:lpstr>Inter SemiBold</vt:lpstr>
      <vt:lpstr>Muli</vt:lpstr>
      <vt:lpstr>微软雅黑</vt:lpstr>
      <vt:lpstr>Aptos</vt:lpstr>
      <vt:lpstr>Arial</vt:lpstr>
      <vt:lpstr>Calibri</vt:lpstr>
      <vt:lpstr>Century Gothic</vt:lpstr>
      <vt:lpstr>Wingdings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Richard Petrie</dc:creator>
  <cp:lastModifiedBy>FANG Xin</cp:lastModifiedBy>
  <cp:revision>46</cp:revision>
  <dcterms:created xsi:type="dcterms:W3CDTF">2025-08-20T08:48:32Z</dcterms:created>
  <dcterms:modified xsi:type="dcterms:W3CDTF">2026-09-02T15:33:53Z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2023-09-13T00:00:00Z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2025-08-20T00:00:00Z</vt:filetime>
  </property>
  <property fmtid="{D5CDD505-2E9C-101B-9397-08002B2CF9AE}" pid="5" name="Producer">
    <vt:lpwstr>Microsoft® PowerPoint® for Microsoft 365</vt:lpwstr>
  </property>
</Properties>
</file>